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70" r:id="rId9"/>
    <p:sldId id="261" r:id="rId10"/>
    <p:sldId id="273" r:id="rId11"/>
    <p:sldId id="274" r:id="rId12"/>
    <p:sldId id="272" r:id="rId13"/>
    <p:sldId id="262" r:id="rId14"/>
    <p:sldId id="271" r:id="rId15"/>
    <p:sldId id="264" r:id="rId16"/>
    <p:sldId id="265" r:id="rId17"/>
    <p:sldId id="266" r:id="rId18"/>
    <p:sldId id="267" r:id="rId19"/>
    <p:sldId id="268" r:id="rId20"/>
    <p:sldId id="269"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94"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00" d="100"/>
          <a:sy n="100" d="100"/>
        </p:scale>
        <p:origin x="946" y="120"/>
      </p:cViewPr>
      <p:guideLst>
        <p:guide orient="horz" pos="1620"/>
        <p:guide pos="289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g37b47d14e82_2_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0" name="Google Shape;130;g37b47d14e82_2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8"/>
        <p:cNvGrpSpPr/>
        <p:nvPr/>
      </p:nvGrpSpPr>
      <p:grpSpPr>
        <a:xfrm>
          <a:off x="0" y="0"/>
          <a:ext cx="0" cy="0"/>
          <a:chOff x="0" y="0"/>
          <a:chExt cx="0" cy="0"/>
        </a:xfrm>
      </p:grpSpPr>
      <p:sp>
        <p:nvSpPr>
          <p:cNvPr id="139" name="Google Shape;139;g37b47d14e82_2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0" name="Google Shape;140;g37b47d14e82_2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g37b47d14e82_2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6" name="Google Shape;146;g37b47d14e82_2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g37b47d14e82_2_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2" name="Google Shape;152;g37b47d14e82_2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6"/>
        <p:cNvGrpSpPr/>
        <p:nvPr/>
      </p:nvGrpSpPr>
      <p:grpSpPr>
        <a:xfrm>
          <a:off x="0" y="0"/>
          <a:ext cx="0" cy="0"/>
          <a:chOff x="0" y="0"/>
          <a:chExt cx="0" cy="0"/>
        </a:xfrm>
      </p:grpSpPr>
      <p:sp>
        <p:nvSpPr>
          <p:cNvPr id="157" name="Google Shape;157;g37b47d14e82_2_1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8" name="Google Shape;158;g37b47d14e82_2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g37b47d14e82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4" name="Google Shape;164;g37b47d14e8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8"/>
        <p:cNvGrpSpPr/>
        <p:nvPr/>
      </p:nvGrpSpPr>
      <p:grpSpPr>
        <a:xfrm>
          <a:off x="0" y="0"/>
          <a:ext cx="0" cy="0"/>
          <a:chOff x="0" y="0"/>
          <a:chExt cx="0" cy="0"/>
        </a:xfrm>
      </p:grpSpPr>
      <p:sp>
        <p:nvSpPr>
          <p:cNvPr id="169" name="Google Shape;169;g37b47d14e82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0" name="Google Shape;170;g37b47d14e8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2"/>
        <p:cNvGrpSpPr/>
        <p:nvPr/>
      </p:nvGrpSpPr>
      <p:grpSpPr>
        <a:xfrm>
          <a:off x="0" y="0"/>
          <a:ext cx="0" cy="0"/>
          <a:chOff x="0" y="0"/>
          <a:chExt cx="0" cy="0"/>
        </a:xfrm>
      </p:grpSpPr>
      <p:sp>
        <p:nvSpPr>
          <p:cNvPr id="183" name="Google Shape;183;g37b47d14e82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84" name="Google Shape;184;g37b47d14e82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0"/>
        <p:cNvGrpSpPr/>
        <p:nvPr/>
      </p:nvGrpSpPr>
      <p:grpSpPr>
        <a:xfrm>
          <a:off x="0" y="0"/>
          <a:ext cx="0" cy="0"/>
          <a:chOff x="0" y="0"/>
          <a:chExt cx="0" cy="0"/>
        </a:xfrm>
      </p:grpSpPr>
      <p:sp>
        <p:nvSpPr>
          <p:cNvPr id="191" name="Google Shape;191;g37b47d14e82_2_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2" name="Google Shape;192;g37b47d14e82_2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g37b47d14e82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8" name="Google Shape;198;g37b47d14e8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2"/>
        <p:cNvGrpSpPr/>
        <p:nvPr/>
      </p:nvGrpSpPr>
      <p:grpSpPr>
        <a:xfrm>
          <a:off x="0" y="0"/>
          <a:ext cx="0" cy="0"/>
          <a:chOff x="0" y="0"/>
          <a:chExt cx="0" cy="0"/>
        </a:xfrm>
      </p:grpSpPr>
      <p:sp>
        <p:nvSpPr>
          <p:cNvPr id="203" name="Google Shape;203;g37b47d14e82_2_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04" name="Google Shape;204;g37b47d14e82_2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g37b47d14e82_2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11" name="Google Shape;211;g37b47d14e82_2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5"/>
        <p:cNvGrpSpPr/>
        <p:nvPr/>
      </p:nvGrpSpPr>
      <p:grpSpPr>
        <a:xfrm>
          <a:off x="0" y="0"/>
          <a:ext cx="0" cy="0"/>
          <a:chOff x="0" y="0"/>
          <a:chExt cx="0" cy="0"/>
        </a:xfrm>
      </p:grpSpPr>
      <p:sp>
        <p:nvSpPr>
          <p:cNvPr id="216" name="Google Shape;216;g37b47d14e82_2_1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17" name="Google Shape;217;g37b47d14e82_2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788158" y="991790"/>
            <a:ext cx="7772400" cy="11025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17365D"/>
              </a:buClr>
              <a:buSzPts val="2100"/>
              <a:buFont typeface="Verdana" panose="020B0604030504040204"/>
              <a:buNone/>
              <a:defRPr>
                <a:solidFill>
                  <a:srgbClr val="17365D"/>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14"/>
          <p:cNvSpPr txBox="1">
            <a:spLocks noGrp="1"/>
          </p:cNvSpPr>
          <p:nvPr>
            <p:ph type="subTitle" idx="1"/>
          </p:nvPr>
        </p:nvSpPr>
        <p:spPr>
          <a:xfrm>
            <a:off x="1524000" y="2494981"/>
            <a:ext cx="6400800" cy="1314450"/>
          </a:xfrm>
          <a:prstGeom prst="rect">
            <a:avLst/>
          </a:prstGeom>
          <a:noFill/>
          <a:ln>
            <a:noFill/>
          </a:ln>
        </p:spPr>
        <p:txBody>
          <a:bodyPr spcFirstLastPara="1" wrap="square" lIns="68575" tIns="34275" rIns="68575" bIns="34275" anchor="t" anchorCtr="0">
            <a:normAutofit/>
          </a:bodyPr>
          <a:lstStyle>
            <a:lvl1pPr lvl="0" algn="ctr">
              <a:lnSpc>
                <a:spcPct val="100000"/>
              </a:lnSpc>
              <a:spcBef>
                <a:spcPts val="300"/>
              </a:spcBef>
              <a:spcAft>
                <a:spcPts val="0"/>
              </a:spcAft>
              <a:buClr>
                <a:srgbClr val="17365D"/>
              </a:buClr>
              <a:buSzPts val="1500"/>
              <a:buNone/>
              <a:defRPr sz="1500" b="1">
                <a:solidFill>
                  <a:srgbClr val="17365D"/>
                </a:solidFill>
              </a:defRPr>
            </a:lvl1pPr>
            <a:lvl2pPr lvl="1" algn="ctr">
              <a:lnSpc>
                <a:spcPct val="100000"/>
              </a:lnSpc>
              <a:spcBef>
                <a:spcPts val="300"/>
              </a:spcBef>
              <a:spcAft>
                <a:spcPts val="0"/>
              </a:spcAft>
              <a:buClr>
                <a:srgbClr val="888888"/>
              </a:buClr>
              <a:buSzPts val="1500"/>
              <a:buNone/>
              <a:defRPr>
                <a:solidFill>
                  <a:srgbClr val="888888"/>
                </a:solidFill>
              </a:defRPr>
            </a:lvl2pPr>
            <a:lvl3pPr lvl="2" algn="ctr">
              <a:lnSpc>
                <a:spcPct val="100000"/>
              </a:lnSpc>
              <a:spcBef>
                <a:spcPts val="300"/>
              </a:spcBef>
              <a:spcAft>
                <a:spcPts val="0"/>
              </a:spcAft>
              <a:buClr>
                <a:srgbClr val="888888"/>
              </a:buClr>
              <a:buSzPts val="1400"/>
              <a:buNone/>
              <a:defRPr>
                <a:solidFill>
                  <a:srgbClr val="888888"/>
                </a:solidFill>
              </a:defRPr>
            </a:lvl3pPr>
            <a:lvl4pPr lvl="3" algn="ctr">
              <a:lnSpc>
                <a:spcPct val="100000"/>
              </a:lnSpc>
              <a:spcBef>
                <a:spcPts val="200"/>
              </a:spcBef>
              <a:spcAft>
                <a:spcPts val="0"/>
              </a:spcAft>
              <a:buClr>
                <a:srgbClr val="888888"/>
              </a:buClr>
              <a:buSzPts val="1200"/>
              <a:buNone/>
              <a:defRPr>
                <a:solidFill>
                  <a:srgbClr val="888888"/>
                </a:solidFill>
              </a:defRPr>
            </a:lvl4pPr>
            <a:lvl5pPr lvl="4" algn="ctr">
              <a:lnSpc>
                <a:spcPct val="100000"/>
              </a:lnSpc>
              <a:spcBef>
                <a:spcPts val="200"/>
              </a:spcBef>
              <a:spcAft>
                <a:spcPts val="0"/>
              </a:spcAft>
              <a:buClr>
                <a:srgbClr val="888888"/>
              </a:buClr>
              <a:buSzPts val="12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61" name="Google Shape;61;p14"/>
          <p:cNvSpPr txBox="1">
            <a:spLocks noGrp="1"/>
          </p:cNvSpPr>
          <p:nvPr>
            <p:ph type="dt" idx="10"/>
          </p:nvPr>
        </p:nvSpPr>
        <p:spPr>
          <a:xfrm>
            <a:off x="457200" y="4767265"/>
            <a:ext cx="2133675" cy="2738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4"/>
          <p:cNvSpPr txBox="1">
            <a:spLocks noGrp="1"/>
          </p:cNvSpPr>
          <p:nvPr>
            <p:ph type="ftr" idx="11"/>
          </p:nvPr>
        </p:nvSpPr>
        <p:spPr>
          <a:xfrm>
            <a:off x="3124200" y="4767265"/>
            <a:ext cx="2895525" cy="273825"/>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14"/>
          <p:cNvSpPr txBox="1">
            <a:spLocks noGrp="1"/>
          </p:cNvSpPr>
          <p:nvPr>
            <p:ph type="sldNum" idx="12"/>
          </p:nvPr>
        </p:nvSpPr>
        <p:spPr>
          <a:xfrm>
            <a:off x="6553200" y="4767265"/>
            <a:ext cx="2133675" cy="273825"/>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609600" y="205978"/>
            <a:ext cx="8001000" cy="3656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17365D"/>
              </a:buClr>
              <a:buSzPts val="2100"/>
              <a:buFont typeface="Verdana" panose="020B0604030504040204"/>
              <a:buNone/>
              <a:defRPr>
                <a:solidFill>
                  <a:srgbClr val="17365D"/>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5"/>
          <p:cNvSpPr txBox="1">
            <a:spLocks noGrp="1"/>
          </p:cNvSpPr>
          <p:nvPr>
            <p:ph type="body" idx="1"/>
          </p:nvPr>
        </p:nvSpPr>
        <p:spPr>
          <a:xfrm>
            <a:off x="609600" y="857251"/>
            <a:ext cx="8001000" cy="3714750"/>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400"/>
              </a:spcBef>
              <a:spcAft>
                <a:spcPts val="0"/>
              </a:spcAft>
              <a:buClr>
                <a:schemeClr val="dk1"/>
              </a:buClr>
              <a:buSzPts val="1800"/>
              <a:buChar char="•"/>
              <a:defRPr>
                <a:solidFill>
                  <a:schemeClr val="dk1"/>
                </a:solidFill>
              </a:defRPr>
            </a:lvl1pPr>
            <a:lvl2pPr marL="914400" lvl="1" indent="-323850" algn="l">
              <a:lnSpc>
                <a:spcPct val="100000"/>
              </a:lnSpc>
              <a:spcBef>
                <a:spcPts val="300"/>
              </a:spcBef>
              <a:spcAft>
                <a:spcPts val="0"/>
              </a:spcAft>
              <a:buClr>
                <a:schemeClr val="dk1"/>
              </a:buClr>
              <a:buSzPts val="1500"/>
              <a:buChar char="–"/>
              <a:defRPr>
                <a:solidFill>
                  <a:schemeClr val="dk1"/>
                </a:solidFill>
              </a:defRPr>
            </a:lvl2pPr>
            <a:lvl3pPr marL="1371600" lvl="2" indent="-317500" algn="l">
              <a:lnSpc>
                <a:spcPct val="100000"/>
              </a:lnSpc>
              <a:spcBef>
                <a:spcPts val="300"/>
              </a:spcBef>
              <a:spcAft>
                <a:spcPts val="0"/>
              </a:spcAft>
              <a:buClr>
                <a:schemeClr val="dk1"/>
              </a:buClr>
              <a:buSzPts val="1400"/>
              <a:buChar char="•"/>
              <a:defRPr>
                <a:solidFill>
                  <a:schemeClr val="dk1"/>
                </a:solidFill>
              </a:defRPr>
            </a:lvl3pPr>
            <a:lvl4pPr marL="1828800" lvl="3" indent="-304800" algn="l">
              <a:lnSpc>
                <a:spcPct val="100000"/>
              </a:lnSpc>
              <a:spcBef>
                <a:spcPts val="200"/>
              </a:spcBef>
              <a:spcAft>
                <a:spcPts val="0"/>
              </a:spcAft>
              <a:buClr>
                <a:schemeClr val="dk1"/>
              </a:buClr>
              <a:buSzPts val="1200"/>
              <a:buChar char="–"/>
              <a:defRPr>
                <a:solidFill>
                  <a:schemeClr val="dk1"/>
                </a:solidFill>
              </a:defRPr>
            </a:lvl4pPr>
            <a:lvl5pPr marL="2286000" lvl="4" indent="-304800" algn="l">
              <a:lnSpc>
                <a:spcPct val="100000"/>
              </a:lnSpc>
              <a:spcBef>
                <a:spcPts val="200"/>
              </a:spcBef>
              <a:spcAft>
                <a:spcPts val="0"/>
              </a:spcAft>
              <a:buClr>
                <a:schemeClr val="dk1"/>
              </a:buClr>
              <a:buSzPts val="1200"/>
              <a:buChar char="»"/>
              <a:defRPr>
                <a:solidFill>
                  <a:schemeClr val="dk1"/>
                </a:solidFill>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p:txBody>
      </p:sp>
      <p:sp>
        <p:nvSpPr>
          <p:cNvPr id="67" name="Google Shape;67;p15"/>
          <p:cNvSpPr txBox="1">
            <a:spLocks noGrp="1"/>
          </p:cNvSpPr>
          <p:nvPr>
            <p:ph type="dt" idx="10"/>
          </p:nvPr>
        </p:nvSpPr>
        <p:spPr>
          <a:xfrm>
            <a:off x="457200" y="4767265"/>
            <a:ext cx="2133675" cy="2738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15"/>
          <p:cNvSpPr txBox="1">
            <a:spLocks noGrp="1"/>
          </p:cNvSpPr>
          <p:nvPr>
            <p:ph type="ftr" idx="11"/>
          </p:nvPr>
        </p:nvSpPr>
        <p:spPr>
          <a:xfrm>
            <a:off x="3124200" y="4767265"/>
            <a:ext cx="2895525" cy="273825"/>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p15"/>
          <p:cNvSpPr txBox="1">
            <a:spLocks noGrp="1"/>
          </p:cNvSpPr>
          <p:nvPr>
            <p:ph type="sldNum" idx="12"/>
          </p:nvPr>
        </p:nvSpPr>
        <p:spPr>
          <a:xfrm>
            <a:off x="6553200" y="4767265"/>
            <a:ext cx="2133675" cy="273825"/>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722313" y="3305177"/>
            <a:ext cx="7772400" cy="1021500"/>
          </a:xfrm>
          <a:prstGeom prst="rect">
            <a:avLst/>
          </a:prstGeom>
          <a:noFill/>
          <a:ln>
            <a:noFill/>
          </a:ln>
        </p:spPr>
        <p:txBody>
          <a:bodyPr spcFirstLastPara="1" wrap="square" lIns="68575" tIns="34275" rIns="68575" bIns="34275" anchor="t" anchorCtr="0">
            <a:noAutofit/>
          </a:bodyPr>
          <a:lstStyle>
            <a:lvl1pPr lvl="0" algn="l">
              <a:lnSpc>
                <a:spcPct val="100000"/>
              </a:lnSpc>
              <a:spcBef>
                <a:spcPts val="0"/>
              </a:spcBef>
              <a:spcAft>
                <a:spcPts val="0"/>
              </a:spcAft>
              <a:buClr>
                <a:srgbClr val="FF0000"/>
              </a:buClr>
              <a:buSzPts val="3000"/>
              <a:buFont typeface="Verdana" panose="020B0604030504040204"/>
              <a:buNone/>
              <a:defRPr sz="3000" b="1"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6"/>
          <p:cNvSpPr txBox="1">
            <a:spLocks noGrp="1"/>
          </p:cNvSpPr>
          <p:nvPr>
            <p:ph type="body" idx="1"/>
          </p:nvPr>
        </p:nvSpPr>
        <p:spPr>
          <a:xfrm>
            <a:off x="722313" y="2180035"/>
            <a:ext cx="7772400" cy="1125225"/>
          </a:xfrm>
          <a:prstGeom prst="rect">
            <a:avLst/>
          </a:prstGeom>
          <a:noFill/>
          <a:ln>
            <a:noFill/>
          </a:ln>
        </p:spPr>
        <p:txBody>
          <a:bodyPr spcFirstLastPara="1" wrap="square" lIns="68575" tIns="34275" rIns="68575" bIns="34275" anchor="b" anchorCtr="0">
            <a:normAutofit/>
          </a:bodyPr>
          <a:lstStyle>
            <a:lvl1pPr marL="457200" lvl="0" indent="-228600" algn="l">
              <a:lnSpc>
                <a:spcPct val="100000"/>
              </a:lnSpc>
              <a:spcBef>
                <a:spcPts val="300"/>
              </a:spcBef>
              <a:spcAft>
                <a:spcPts val="0"/>
              </a:spcAft>
              <a:buClr>
                <a:srgbClr val="888888"/>
              </a:buClr>
              <a:buSzPts val="1500"/>
              <a:buNone/>
              <a:defRPr sz="1500">
                <a:solidFill>
                  <a:srgbClr val="888888"/>
                </a:solidFill>
              </a:defRPr>
            </a:lvl1pPr>
            <a:lvl2pPr marL="914400" lvl="1" indent="-228600" algn="l">
              <a:lnSpc>
                <a:spcPct val="100000"/>
              </a:lnSpc>
              <a:spcBef>
                <a:spcPts val="300"/>
              </a:spcBef>
              <a:spcAft>
                <a:spcPts val="0"/>
              </a:spcAft>
              <a:buClr>
                <a:srgbClr val="888888"/>
              </a:buClr>
              <a:buSzPts val="1400"/>
              <a:buNone/>
              <a:defRPr sz="1400">
                <a:solidFill>
                  <a:srgbClr val="888888"/>
                </a:solidFill>
              </a:defRPr>
            </a:lvl2pPr>
            <a:lvl3pPr marL="1371600" lvl="2" indent="-228600" algn="l">
              <a:lnSpc>
                <a:spcPct val="100000"/>
              </a:lnSpc>
              <a:spcBef>
                <a:spcPts val="200"/>
              </a:spcBef>
              <a:spcAft>
                <a:spcPts val="0"/>
              </a:spcAft>
              <a:buClr>
                <a:srgbClr val="888888"/>
              </a:buClr>
              <a:buSzPts val="1200"/>
              <a:buNone/>
              <a:defRPr sz="1200">
                <a:solidFill>
                  <a:srgbClr val="888888"/>
                </a:solidFill>
              </a:defRPr>
            </a:lvl3pPr>
            <a:lvl4pPr marL="1828800" lvl="3" indent="-228600" algn="l">
              <a:lnSpc>
                <a:spcPct val="100000"/>
              </a:lnSpc>
              <a:spcBef>
                <a:spcPts val="200"/>
              </a:spcBef>
              <a:spcAft>
                <a:spcPts val="0"/>
              </a:spcAft>
              <a:buClr>
                <a:srgbClr val="888888"/>
              </a:buClr>
              <a:buSzPts val="1100"/>
              <a:buNone/>
              <a:defRPr sz="1100">
                <a:solidFill>
                  <a:srgbClr val="888888"/>
                </a:solidFill>
              </a:defRPr>
            </a:lvl4pPr>
            <a:lvl5pPr marL="2286000" lvl="4" indent="-228600" algn="l">
              <a:lnSpc>
                <a:spcPct val="100000"/>
              </a:lnSpc>
              <a:spcBef>
                <a:spcPts val="200"/>
              </a:spcBef>
              <a:spcAft>
                <a:spcPts val="0"/>
              </a:spcAft>
              <a:buClr>
                <a:srgbClr val="888888"/>
              </a:buClr>
              <a:buSzPts val="1100"/>
              <a:buNone/>
              <a:defRPr sz="1100">
                <a:solidFill>
                  <a:srgbClr val="888888"/>
                </a:solidFill>
              </a:defRPr>
            </a:lvl5pPr>
            <a:lvl6pPr marL="2743200" lvl="5" indent="-228600" algn="l">
              <a:lnSpc>
                <a:spcPct val="100000"/>
              </a:lnSpc>
              <a:spcBef>
                <a:spcPts val="200"/>
              </a:spcBef>
              <a:spcAft>
                <a:spcPts val="0"/>
              </a:spcAft>
              <a:buClr>
                <a:srgbClr val="888888"/>
              </a:buClr>
              <a:buSzPts val="1100"/>
              <a:buNone/>
              <a:defRPr sz="1100">
                <a:solidFill>
                  <a:srgbClr val="888888"/>
                </a:solidFill>
              </a:defRPr>
            </a:lvl6pPr>
            <a:lvl7pPr marL="3200400" lvl="6" indent="-228600" algn="l">
              <a:lnSpc>
                <a:spcPct val="100000"/>
              </a:lnSpc>
              <a:spcBef>
                <a:spcPts val="200"/>
              </a:spcBef>
              <a:spcAft>
                <a:spcPts val="0"/>
              </a:spcAft>
              <a:buClr>
                <a:srgbClr val="888888"/>
              </a:buClr>
              <a:buSzPts val="1100"/>
              <a:buNone/>
              <a:defRPr sz="1100">
                <a:solidFill>
                  <a:srgbClr val="888888"/>
                </a:solidFill>
              </a:defRPr>
            </a:lvl7pPr>
            <a:lvl8pPr marL="3657600" lvl="7" indent="-228600" algn="l">
              <a:lnSpc>
                <a:spcPct val="100000"/>
              </a:lnSpc>
              <a:spcBef>
                <a:spcPts val="200"/>
              </a:spcBef>
              <a:spcAft>
                <a:spcPts val="0"/>
              </a:spcAft>
              <a:buClr>
                <a:srgbClr val="888888"/>
              </a:buClr>
              <a:buSzPts val="1100"/>
              <a:buNone/>
              <a:defRPr sz="1100">
                <a:solidFill>
                  <a:srgbClr val="888888"/>
                </a:solidFill>
              </a:defRPr>
            </a:lvl8pPr>
            <a:lvl9pPr marL="4114800" lvl="8" indent="-228600" algn="l">
              <a:lnSpc>
                <a:spcPct val="100000"/>
              </a:lnSpc>
              <a:spcBef>
                <a:spcPts val="200"/>
              </a:spcBef>
              <a:spcAft>
                <a:spcPts val="0"/>
              </a:spcAft>
              <a:buClr>
                <a:srgbClr val="888888"/>
              </a:buClr>
              <a:buSzPts val="1100"/>
              <a:buNone/>
              <a:defRPr sz="1100">
                <a:solidFill>
                  <a:srgbClr val="888888"/>
                </a:solidFill>
              </a:defRPr>
            </a:lvl9pPr>
          </a:lstStyle>
          <a:p/>
        </p:txBody>
      </p:sp>
      <p:sp>
        <p:nvSpPr>
          <p:cNvPr id="73" name="Google Shape;73;p16"/>
          <p:cNvSpPr txBox="1">
            <a:spLocks noGrp="1"/>
          </p:cNvSpPr>
          <p:nvPr>
            <p:ph type="dt" idx="10"/>
          </p:nvPr>
        </p:nvSpPr>
        <p:spPr>
          <a:xfrm>
            <a:off x="457200" y="4767265"/>
            <a:ext cx="2133675" cy="2738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16"/>
          <p:cNvSpPr txBox="1">
            <a:spLocks noGrp="1"/>
          </p:cNvSpPr>
          <p:nvPr>
            <p:ph type="ftr" idx="11"/>
          </p:nvPr>
        </p:nvSpPr>
        <p:spPr>
          <a:xfrm>
            <a:off x="3124200" y="4767265"/>
            <a:ext cx="2895525" cy="273825"/>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16"/>
          <p:cNvSpPr txBox="1">
            <a:spLocks noGrp="1"/>
          </p:cNvSpPr>
          <p:nvPr>
            <p:ph type="sldNum" idx="12"/>
          </p:nvPr>
        </p:nvSpPr>
        <p:spPr>
          <a:xfrm>
            <a:off x="6553200" y="4767265"/>
            <a:ext cx="2133675" cy="273825"/>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609600" y="205978"/>
            <a:ext cx="8001000" cy="3656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FF0000"/>
              </a:buClr>
              <a:buSzPts val="2100"/>
              <a:buFont typeface="Verdana" panose="020B0604030504040204"/>
              <a:buNone/>
              <a:defRPr>
                <a:solidFill>
                  <a:srgbClr val="FF000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7"/>
          <p:cNvSpPr txBox="1">
            <a:spLocks noGrp="1"/>
          </p:cNvSpPr>
          <p:nvPr>
            <p:ph type="body" idx="1"/>
          </p:nvPr>
        </p:nvSpPr>
        <p:spPr>
          <a:xfrm>
            <a:off x="457200" y="1200152"/>
            <a:ext cx="4038525" cy="3394575"/>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400"/>
              </a:spcBef>
              <a:spcAft>
                <a:spcPts val="0"/>
              </a:spcAft>
              <a:buClr>
                <a:schemeClr val="dk1"/>
              </a:buClr>
              <a:buSzPts val="2100"/>
              <a:buChar char="•"/>
              <a:defRPr sz="2100"/>
            </a:lvl1pPr>
            <a:lvl2pPr marL="914400" lvl="1" indent="-342900" algn="l">
              <a:lnSpc>
                <a:spcPct val="100000"/>
              </a:lnSpc>
              <a:spcBef>
                <a:spcPts val="400"/>
              </a:spcBef>
              <a:spcAft>
                <a:spcPts val="0"/>
              </a:spcAft>
              <a:buClr>
                <a:schemeClr val="dk1"/>
              </a:buClr>
              <a:buSzPts val="1800"/>
              <a:buChar char="–"/>
              <a:defRPr sz="1800"/>
            </a:lvl2pPr>
            <a:lvl3pPr marL="1371600" lvl="2" indent="-323850" algn="l">
              <a:lnSpc>
                <a:spcPct val="100000"/>
              </a:lnSpc>
              <a:spcBef>
                <a:spcPts val="300"/>
              </a:spcBef>
              <a:spcAft>
                <a:spcPts val="0"/>
              </a:spcAft>
              <a:buClr>
                <a:schemeClr val="dk1"/>
              </a:buClr>
              <a:buSzPts val="1500"/>
              <a:buChar char="•"/>
              <a:defRPr sz="15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0"/>
              </a:spcAft>
              <a:buClr>
                <a:schemeClr val="dk1"/>
              </a:buClr>
              <a:buSzPts val="1400"/>
              <a:buChar char="•"/>
              <a:defRPr sz="1400"/>
            </a:lvl9pPr>
          </a:lstStyle>
          <a:p/>
        </p:txBody>
      </p:sp>
      <p:sp>
        <p:nvSpPr>
          <p:cNvPr id="79" name="Google Shape;79;p17"/>
          <p:cNvSpPr txBox="1">
            <a:spLocks noGrp="1"/>
          </p:cNvSpPr>
          <p:nvPr>
            <p:ph type="body" idx="2"/>
          </p:nvPr>
        </p:nvSpPr>
        <p:spPr>
          <a:xfrm>
            <a:off x="4648200" y="1200152"/>
            <a:ext cx="4038525" cy="3394575"/>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400"/>
              </a:spcBef>
              <a:spcAft>
                <a:spcPts val="0"/>
              </a:spcAft>
              <a:buClr>
                <a:schemeClr val="dk1"/>
              </a:buClr>
              <a:buSzPts val="2100"/>
              <a:buChar char="•"/>
              <a:defRPr sz="2100"/>
            </a:lvl1pPr>
            <a:lvl2pPr marL="914400" lvl="1" indent="-342900" algn="l">
              <a:lnSpc>
                <a:spcPct val="100000"/>
              </a:lnSpc>
              <a:spcBef>
                <a:spcPts val="400"/>
              </a:spcBef>
              <a:spcAft>
                <a:spcPts val="0"/>
              </a:spcAft>
              <a:buClr>
                <a:schemeClr val="dk1"/>
              </a:buClr>
              <a:buSzPts val="1800"/>
              <a:buChar char="–"/>
              <a:defRPr sz="1800"/>
            </a:lvl2pPr>
            <a:lvl3pPr marL="1371600" lvl="2" indent="-323850" algn="l">
              <a:lnSpc>
                <a:spcPct val="100000"/>
              </a:lnSpc>
              <a:spcBef>
                <a:spcPts val="300"/>
              </a:spcBef>
              <a:spcAft>
                <a:spcPts val="0"/>
              </a:spcAft>
              <a:buClr>
                <a:schemeClr val="dk1"/>
              </a:buClr>
              <a:buSzPts val="1500"/>
              <a:buChar char="•"/>
              <a:defRPr sz="15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0"/>
              </a:spcAft>
              <a:buClr>
                <a:schemeClr val="dk1"/>
              </a:buClr>
              <a:buSzPts val="1400"/>
              <a:buChar char="•"/>
              <a:defRPr sz="1400"/>
            </a:lvl9pPr>
          </a:lstStyle>
          <a:p/>
        </p:txBody>
      </p:sp>
      <p:sp>
        <p:nvSpPr>
          <p:cNvPr id="80" name="Google Shape;80;p17"/>
          <p:cNvSpPr txBox="1">
            <a:spLocks noGrp="1"/>
          </p:cNvSpPr>
          <p:nvPr>
            <p:ph type="dt" idx="10"/>
          </p:nvPr>
        </p:nvSpPr>
        <p:spPr>
          <a:xfrm>
            <a:off x="457200" y="4767265"/>
            <a:ext cx="2133675" cy="2738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p17"/>
          <p:cNvSpPr txBox="1">
            <a:spLocks noGrp="1"/>
          </p:cNvSpPr>
          <p:nvPr>
            <p:ph type="ftr" idx="11"/>
          </p:nvPr>
        </p:nvSpPr>
        <p:spPr>
          <a:xfrm>
            <a:off x="3124200" y="4767265"/>
            <a:ext cx="2895525" cy="273825"/>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17"/>
          <p:cNvSpPr txBox="1">
            <a:spLocks noGrp="1"/>
          </p:cNvSpPr>
          <p:nvPr>
            <p:ph type="sldNum" idx="12"/>
          </p:nvPr>
        </p:nvSpPr>
        <p:spPr>
          <a:xfrm>
            <a:off x="6553200" y="4767265"/>
            <a:ext cx="2133675" cy="273825"/>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644526" y="228600"/>
            <a:ext cx="8001000" cy="3656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FF0000"/>
              </a:buClr>
              <a:buSzPts val="2100"/>
              <a:buFont typeface="Verdana" panose="020B0604030504040204"/>
              <a:buNone/>
              <a:defRPr>
                <a:solidFill>
                  <a:srgbClr val="FF000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18"/>
          <p:cNvSpPr txBox="1">
            <a:spLocks noGrp="1"/>
          </p:cNvSpPr>
          <p:nvPr>
            <p:ph type="body" idx="1"/>
          </p:nvPr>
        </p:nvSpPr>
        <p:spPr>
          <a:xfrm>
            <a:off x="457200" y="1151335"/>
            <a:ext cx="4040100" cy="479925"/>
          </a:xfrm>
          <a:prstGeom prst="rect">
            <a:avLst/>
          </a:prstGeom>
          <a:noFill/>
          <a:ln>
            <a:noFill/>
          </a:ln>
        </p:spPr>
        <p:txBody>
          <a:bodyPr spcFirstLastPara="1" wrap="square" lIns="68575" tIns="34275" rIns="68575" bIns="34275" anchor="b" anchorCtr="0">
            <a:normAutofit/>
          </a:bodyPr>
          <a:lstStyle>
            <a:lvl1pPr marL="457200" lvl="0" indent="-228600" algn="l">
              <a:lnSpc>
                <a:spcPct val="100000"/>
              </a:lnSpc>
              <a:spcBef>
                <a:spcPts val="400"/>
              </a:spcBef>
              <a:spcAft>
                <a:spcPts val="0"/>
              </a:spcAft>
              <a:buClr>
                <a:schemeClr val="dk1"/>
              </a:buClr>
              <a:buSzPts val="1800"/>
              <a:buNone/>
              <a:defRPr sz="1800" b="1"/>
            </a:lvl1pPr>
            <a:lvl2pPr marL="914400" lvl="1" indent="-228600" algn="l">
              <a:lnSpc>
                <a:spcPct val="100000"/>
              </a:lnSpc>
              <a:spcBef>
                <a:spcPts val="300"/>
              </a:spcBef>
              <a:spcAft>
                <a:spcPts val="0"/>
              </a:spcAft>
              <a:buClr>
                <a:schemeClr val="dk1"/>
              </a:buClr>
              <a:buSzPts val="1500"/>
              <a:buNone/>
              <a:defRPr sz="1500" b="1"/>
            </a:lvl2pPr>
            <a:lvl3pPr marL="1371600" lvl="2" indent="-228600" algn="l">
              <a:lnSpc>
                <a:spcPct val="100000"/>
              </a:lnSpc>
              <a:spcBef>
                <a:spcPts val="300"/>
              </a:spcBef>
              <a:spcAft>
                <a:spcPts val="0"/>
              </a:spcAft>
              <a:buClr>
                <a:schemeClr val="dk1"/>
              </a:buClr>
              <a:buSzPts val="1400"/>
              <a:buNone/>
              <a:defRPr sz="1400" b="1"/>
            </a:lvl3pPr>
            <a:lvl4pPr marL="1828800" lvl="3" indent="-228600" algn="l">
              <a:lnSpc>
                <a:spcPct val="100000"/>
              </a:lnSpc>
              <a:spcBef>
                <a:spcPts val="200"/>
              </a:spcBef>
              <a:spcAft>
                <a:spcPts val="0"/>
              </a:spcAft>
              <a:buClr>
                <a:schemeClr val="dk1"/>
              </a:buClr>
              <a:buSzPts val="1200"/>
              <a:buNone/>
              <a:defRPr sz="1200" b="1"/>
            </a:lvl4pPr>
            <a:lvl5pPr marL="2286000" lvl="4" indent="-228600" algn="l">
              <a:lnSpc>
                <a:spcPct val="100000"/>
              </a:lnSpc>
              <a:spcBef>
                <a:spcPts val="2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p:txBody>
      </p:sp>
      <p:sp>
        <p:nvSpPr>
          <p:cNvPr id="86" name="Google Shape;86;p18"/>
          <p:cNvSpPr txBox="1">
            <a:spLocks noGrp="1"/>
          </p:cNvSpPr>
          <p:nvPr>
            <p:ph type="body" idx="2"/>
          </p:nvPr>
        </p:nvSpPr>
        <p:spPr>
          <a:xfrm>
            <a:off x="457200" y="1631156"/>
            <a:ext cx="4040100" cy="2963475"/>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400"/>
              </a:spcBef>
              <a:spcAft>
                <a:spcPts val="0"/>
              </a:spcAft>
              <a:buClr>
                <a:schemeClr val="dk1"/>
              </a:buClr>
              <a:buSzPts val="1800"/>
              <a:buChar char="•"/>
              <a:defRPr sz="1800"/>
            </a:lvl1pPr>
            <a:lvl2pPr marL="914400" lvl="1" indent="-323850" algn="l">
              <a:lnSpc>
                <a:spcPct val="100000"/>
              </a:lnSpc>
              <a:spcBef>
                <a:spcPts val="300"/>
              </a:spcBef>
              <a:spcAft>
                <a:spcPts val="0"/>
              </a:spcAft>
              <a:buClr>
                <a:schemeClr val="dk1"/>
              </a:buClr>
              <a:buSzPts val="1500"/>
              <a:buChar char="–"/>
              <a:defRPr sz="1500"/>
            </a:lvl2pPr>
            <a:lvl3pPr marL="1371600" lvl="2" indent="-317500" algn="l">
              <a:lnSpc>
                <a:spcPct val="100000"/>
              </a:lnSpc>
              <a:spcBef>
                <a:spcPts val="300"/>
              </a:spcBef>
              <a:spcAft>
                <a:spcPts val="0"/>
              </a:spcAft>
              <a:buClr>
                <a:schemeClr val="dk1"/>
              </a:buClr>
              <a:buSzPts val="1400"/>
              <a:buChar char="•"/>
              <a:defRPr sz="1400"/>
            </a:lvl3pPr>
            <a:lvl4pPr marL="1828800" lvl="3" indent="-304800" algn="l">
              <a:lnSpc>
                <a:spcPct val="100000"/>
              </a:lnSpc>
              <a:spcBef>
                <a:spcPts val="200"/>
              </a:spcBef>
              <a:spcAft>
                <a:spcPts val="0"/>
              </a:spcAft>
              <a:buClr>
                <a:schemeClr val="dk1"/>
              </a:buClr>
              <a:buSzPts val="1200"/>
              <a:buChar char="–"/>
              <a:defRPr sz="1200"/>
            </a:lvl4pPr>
            <a:lvl5pPr marL="2286000" lvl="4" indent="-304800" algn="l">
              <a:lnSpc>
                <a:spcPct val="100000"/>
              </a:lnSpc>
              <a:spcBef>
                <a:spcPts val="200"/>
              </a:spcBef>
              <a:spcAft>
                <a:spcPts val="0"/>
              </a:spcAft>
              <a:buClr>
                <a:schemeClr val="dk1"/>
              </a:buClr>
              <a:buSzPts val="1200"/>
              <a:buChar char="»"/>
              <a:defRPr sz="1200"/>
            </a:lvl5pPr>
            <a:lvl6pPr marL="2743200" lvl="5" indent="-304800" algn="l">
              <a:lnSpc>
                <a:spcPct val="100000"/>
              </a:lnSpc>
              <a:spcBef>
                <a:spcPts val="200"/>
              </a:spcBef>
              <a:spcAft>
                <a:spcPts val="0"/>
              </a:spcAft>
              <a:buClr>
                <a:schemeClr val="dk1"/>
              </a:buClr>
              <a:buSzPts val="1200"/>
              <a:buChar char="•"/>
              <a:defRPr sz="1200"/>
            </a:lvl6pPr>
            <a:lvl7pPr marL="3200400" lvl="6" indent="-304800" algn="l">
              <a:lnSpc>
                <a:spcPct val="100000"/>
              </a:lnSpc>
              <a:spcBef>
                <a:spcPts val="200"/>
              </a:spcBef>
              <a:spcAft>
                <a:spcPts val="0"/>
              </a:spcAft>
              <a:buClr>
                <a:schemeClr val="dk1"/>
              </a:buClr>
              <a:buSzPts val="1200"/>
              <a:buChar char="•"/>
              <a:defRPr sz="1200"/>
            </a:lvl7pPr>
            <a:lvl8pPr marL="3657600" lvl="7" indent="-304800" algn="l">
              <a:lnSpc>
                <a:spcPct val="100000"/>
              </a:lnSpc>
              <a:spcBef>
                <a:spcPts val="200"/>
              </a:spcBef>
              <a:spcAft>
                <a:spcPts val="0"/>
              </a:spcAft>
              <a:buClr>
                <a:schemeClr val="dk1"/>
              </a:buClr>
              <a:buSzPts val="1200"/>
              <a:buChar char="•"/>
              <a:defRPr sz="1200"/>
            </a:lvl8pPr>
            <a:lvl9pPr marL="4114800" lvl="8" indent="-304800" algn="l">
              <a:lnSpc>
                <a:spcPct val="100000"/>
              </a:lnSpc>
              <a:spcBef>
                <a:spcPts val="200"/>
              </a:spcBef>
              <a:spcAft>
                <a:spcPts val="0"/>
              </a:spcAft>
              <a:buClr>
                <a:schemeClr val="dk1"/>
              </a:buClr>
              <a:buSzPts val="1200"/>
              <a:buChar char="•"/>
              <a:defRPr sz="1200"/>
            </a:lvl9pPr>
          </a:lstStyle>
          <a:p/>
        </p:txBody>
      </p:sp>
      <p:sp>
        <p:nvSpPr>
          <p:cNvPr id="87" name="Google Shape;87;p18"/>
          <p:cNvSpPr txBox="1">
            <a:spLocks noGrp="1"/>
          </p:cNvSpPr>
          <p:nvPr>
            <p:ph type="body" idx="3"/>
          </p:nvPr>
        </p:nvSpPr>
        <p:spPr>
          <a:xfrm>
            <a:off x="4645027" y="1151335"/>
            <a:ext cx="4041675" cy="479925"/>
          </a:xfrm>
          <a:prstGeom prst="rect">
            <a:avLst/>
          </a:prstGeom>
          <a:noFill/>
          <a:ln>
            <a:noFill/>
          </a:ln>
        </p:spPr>
        <p:txBody>
          <a:bodyPr spcFirstLastPara="1" wrap="square" lIns="68575" tIns="34275" rIns="68575" bIns="34275" anchor="b" anchorCtr="0">
            <a:normAutofit/>
          </a:bodyPr>
          <a:lstStyle>
            <a:lvl1pPr marL="457200" lvl="0" indent="-228600" algn="l">
              <a:lnSpc>
                <a:spcPct val="100000"/>
              </a:lnSpc>
              <a:spcBef>
                <a:spcPts val="400"/>
              </a:spcBef>
              <a:spcAft>
                <a:spcPts val="0"/>
              </a:spcAft>
              <a:buClr>
                <a:schemeClr val="dk1"/>
              </a:buClr>
              <a:buSzPts val="1800"/>
              <a:buNone/>
              <a:defRPr sz="1800" b="1"/>
            </a:lvl1pPr>
            <a:lvl2pPr marL="914400" lvl="1" indent="-228600" algn="l">
              <a:lnSpc>
                <a:spcPct val="100000"/>
              </a:lnSpc>
              <a:spcBef>
                <a:spcPts val="300"/>
              </a:spcBef>
              <a:spcAft>
                <a:spcPts val="0"/>
              </a:spcAft>
              <a:buClr>
                <a:schemeClr val="dk1"/>
              </a:buClr>
              <a:buSzPts val="1500"/>
              <a:buNone/>
              <a:defRPr sz="1500" b="1"/>
            </a:lvl2pPr>
            <a:lvl3pPr marL="1371600" lvl="2" indent="-228600" algn="l">
              <a:lnSpc>
                <a:spcPct val="100000"/>
              </a:lnSpc>
              <a:spcBef>
                <a:spcPts val="300"/>
              </a:spcBef>
              <a:spcAft>
                <a:spcPts val="0"/>
              </a:spcAft>
              <a:buClr>
                <a:schemeClr val="dk1"/>
              </a:buClr>
              <a:buSzPts val="1400"/>
              <a:buNone/>
              <a:defRPr sz="1400" b="1"/>
            </a:lvl3pPr>
            <a:lvl4pPr marL="1828800" lvl="3" indent="-228600" algn="l">
              <a:lnSpc>
                <a:spcPct val="100000"/>
              </a:lnSpc>
              <a:spcBef>
                <a:spcPts val="200"/>
              </a:spcBef>
              <a:spcAft>
                <a:spcPts val="0"/>
              </a:spcAft>
              <a:buClr>
                <a:schemeClr val="dk1"/>
              </a:buClr>
              <a:buSzPts val="1200"/>
              <a:buNone/>
              <a:defRPr sz="1200" b="1"/>
            </a:lvl4pPr>
            <a:lvl5pPr marL="2286000" lvl="4" indent="-228600" algn="l">
              <a:lnSpc>
                <a:spcPct val="100000"/>
              </a:lnSpc>
              <a:spcBef>
                <a:spcPts val="2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p:txBody>
      </p:sp>
      <p:sp>
        <p:nvSpPr>
          <p:cNvPr id="88" name="Google Shape;88;p18"/>
          <p:cNvSpPr txBox="1">
            <a:spLocks noGrp="1"/>
          </p:cNvSpPr>
          <p:nvPr>
            <p:ph type="body" idx="4"/>
          </p:nvPr>
        </p:nvSpPr>
        <p:spPr>
          <a:xfrm>
            <a:off x="4645027" y="1631156"/>
            <a:ext cx="4041675" cy="2963475"/>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400"/>
              </a:spcBef>
              <a:spcAft>
                <a:spcPts val="0"/>
              </a:spcAft>
              <a:buClr>
                <a:schemeClr val="dk1"/>
              </a:buClr>
              <a:buSzPts val="1800"/>
              <a:buChar char="•"/>
              <a:defRPr sz="1800"/>
            </a:lvl1pPr>
            <a:lvl2pPr marL="914400" lvl="1" indent="-323850" algn="l">
              <a:lnSpc>
                <a:spcPct val="100000"/>
              </a:lnSpc>
              <a:spcBef>
                <a:spcPts val="300"/>
              </a:spcBef>
              <a:spcAft>
                <a:spcPts val="0"/>
              </a:spcAft>
              <a:buClr>
                <a:schemeClr val="dk1"/>
              </a:buClr>
              <a:buSzPts val="1500"/>
              <a:buChar char="–"/>
              <a:defRPr sz="1500"/>
            </a:lvl2pPr>
            <a:lvl3pPr marL="1371600" lvl="2" indent="-317500" algn="l">
              <a:lnSpc>
                <a:spcPct val="100000"/>
              </a:lnSpc>
              <a:spcBef>
                <a:spcPts val="300"/>
              </a:spcBef>
              <a:spcAft>
                <a:spcPts val="0"/>
              </a:spcAft>
              <a:buClr>
                <a:schemeClr val="dk1"/>
              </a:buClr>
              <a:buSzPts val="1400"/>
              <a:buChar char="•"/>
              <a:defRPr sz="1400"/>
            </a:lvl3pPr>
            <a:lvl4pPr marL="1828800" lvl="3" indent="-304800" algn="l">
              <a:lnSpc>
                <a:spcPct val="100000"/>
              </a:lnSpc>
              <a:spcBef>
                <a:spcPts val="200"/>
              </a:spcBef>
              <a:spcAft>
                <a:spcPts val="0"/>
              </a:spcAft>
              <a:buClr>
                <a:schemeClr val="dk1"/>
              </a:buClr>
              <a:buSzPts val="1200"/>
              <a:buChar char="–"/>
              <a:defRPr sz="1200"/>
            </a:lvl4pPr>
            <a:lvl5pPr marL="2286000" lvl="4" indent="-304800" algn="l">
              <a:lnSpc>
                <a:spcPct val="100000"/>
              </a:lnSpc>
              <a:spcBef>
                <a:spcPts val="200"/>
              </a:spcBef>
              <a:spcAft>
                <a:spcPts val="0"/>
              </a:spcAft>
              <a:buClr>
                <a:schemeClr val="dk1"/>
              </a:buClr>
              <a:buSzPts val="1200"/>
              <a:buChar char="»"/>
              <a:defRPr sz="1200"/>
            </a:lvl5pPr>
            <a:lvl6pPr marL="2743200" lvl="5" indent="-304800" algn="l">
              <a:lnSpc>
                <a:spcPct val="100000"/>
              </a:lnSpc>
              <a:spcBef>
                <a:spcPts val="200"/>
              </a:spcBef>
              <a:spcAft>
                <a:spcPts val="0"/>
              </a:spcAft>
              <a:buClr>
                <a:schemeClr val="dk1"/>
              </a:buClr>
              <a:buSzPts val="1200"/>
              <a:buChar char="•"/>
              <a:defRPr sz="1200"/>
            </a:lvl6pPr>
            <a:lvl7pPr marL="3200400" lvl="6" indent="-304800" algn="l">
              <a:lnSpc>
                <a:spcPct val="100000"/>
              </a:lnSpc>
              <a:spcBef>
                <a:spcPts val="200"/>
              </a:spcBef>
              <a:spcAft>
                <a:spcPts val="0"/>
              </a:spcAft>
              <a:buClr>
                <a:schemeClr val="dk1"/>
              </a:buClr>
              <a:buSzPts val="1200"/>
              <a:buChar char="•"/>
              <a:defRPr sz="1200"/>
            </a:lvl7pPr>
            <a:lvl8pPr marL="3657600" lvl="7" indent="-304800" algn="l">
              <a:lnSpc>
                <a:spcPct val="100000"/>
              </a:lnSpc>
              <a:spcBef>
                <a:spcPts val="200"/>
              </a:spcBef>
              <a:spcAft>
                <a:spcPts val="0"/>
              </a:spcAft>
              <a:buClr>
                <a:schemeClr val="dk1"/>
              </a:buClr>
              <a:buSzPts val="1200"/>
              <a:buChar char="•"/>
              <a:defRPr sz="1200"/>
            </a:lvl8pPr>
            <a:lvl9pPr marL="4114800" lvl="8" indent="-304800" algn="l">
              <a:lnSpc>
                <a:spcPct val="100000"/>
              </a:lnSpc>
              <a:spcBef>
                <a:spcPts val="200"/>
              </a:spcBef>
              <a:spcAft>
                <a:spcPts val="0"/>
              </a:spcAft>
              <a:buClr>
                <a:schemeClr val="dk1"/>
              </a:buClr>
              <a:buSzPts val="1200"/>
              <a:buChar char="•"/>
              <a:defRPr sz="1200"/>
            </a:lvl9pPr>
          </a:lstStyle>
          <a:p/>
        </p:txBody>
      </p:sp>
      <p:sp>
        <p:nvSpPr>
          <p:cNvPr id="89" name="Google Shape;89;p18"/>
          <p:cNvSpPr txBox="1">
            <a:spLocks noGrp="1"/>
          </p:cNvSpPr>
          <p:nvPr>
            <p:ph type="dt" idx="10"/>
          </p:nvPr>
        </p:nvSpPr>
        <p:spPr>
          <a:xfrm>
            <a:off x="457200" y="4767265"/>
            <a:ext cx="2133675" cy="2738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0" name="Google Shape;90;p18"/>
          <p:cNvSpPr txBox="1">
            <a:spLocks noGrp="1"/>
          </p:cNvSpPr>
          <p:nvPr>
            <p:ph type="ftr" idx="11"/>
          </p:nvPr>
        </p:nvSpPr>
        <p:spPr>
          <a:xfrm>
            <a:off x="3124200" y="4767265"/>
            <a:ext cx="2895525" cy="273825"/>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18"/>
          <p:cNvSpPr txBox="1">
            <a:spLocks noGrp="1"/>
          </p:cNvSpPr>
          <p:nvPr>
            <p:ph type="sldNum" idx="12"/>
          </p:nvPr>
        </p:nvSpPr>
        <p:spPr>
          <a:xfrm>
            <a:off x="6553200" y="4767265"/>
            <a:ext cx="2133675" cy="273825"/>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2895600" y="205978"/>
            <a:ext cx="5791275" cy="3656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FF0000"/>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 name="Google Shape;94;p19"/>
          <p:cNvSpPr txBox="1">
            <a:spLocks noGrp="1"/>
          </p:cNvSpPr>
          <p:nvPr>
            <p:ph type="dt" idx="10"/>
          </p:nvPr>
        </p:nvSpPr>
        <p:spPr>
          <a:xfrm>
            <a:off x="457200" y="4767265"/>
            <a:ext cx="2133675" cy="2738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19"/>
          <p:cNvSpPr txBox="1">
            <a:spLocks noGrp="1"/>
          </p:cNvSpPr>
          <p:nvPr>
            <p:ph type="ftr" idx="11"/>
          </p:nvPr>
        </p:nvSpPr>
        <p:spPr>
          <a:xfrm>
            <a:off x="3124200" y="4767265"/>
            <a:ext cx="2895525" cy="273825"/>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 name="Google Shape;96;p19"/>
          <p:cNvSpPr txBox="1">
            <a:spLocks noGrp="1"/>
          </p:cNvSpPr>
          <p:nvPr>
            <p:ph type="sldNum" idx="12"/>
          </p:nvPr>
        </p:nvSpPr>
        <p:spPr>
          <a:xfrm>
            <a:off x="6553200" y="4767265"/>
            <a:ext cx="2133675" cy="273825"/>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pic>
        <p:nvPicPr>
          <p:cNvPr id="97" name="Google Shape;97;p19" descr="C:\Users\AMMU\Desktop\Border.png"/>
          <p:cNvPicPr preferRelativeResize="0"/>
          <p:nvPr/>
        </p:nvPicPr>
        <p:blipFill rotWithShape="1">
          <a:blip r:embed="rId2"/>
          <a:srcRect/>
          <a:stretch>
            <a:fillRect/>
          </a:stretch>
        </p:blipFill>
        <p:spPr>
          <a:xfrm>
            <a:off x="1878907" y="104906"/>
            <a:ext cx="7265095" cy="52374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98"/>
        <p:cNvGrpSpPr/>
        <p:nvPr/>
      </p:nvGrpSpPr>
      <p:grpSpPr>
        <a:xfrm>
          <a:off x="0" y="0"/>
          <a:ext cx="0" cy="0"/>
          <a:chOff x="0" y="0"/>
          <a:chExt cx="0" cy="0"/>
        </a:xfrm>
      </p:grpSpPr>
      <p:sp>
        <p:nvSpPr>
          <p:cNvPr id="99" name="Google Shape;99;p20"/>
          <p:cNvSpPr txBox="1">
            <a:spLocks noGrp="1"/>
          </p:cNvSpPr>
          <p:nvPr>
            <p:ph type="dt" idx="10"/>
          </p:nvPr>
        </p:nvSpPr>
        <p:spPr>
          <a:xfrm>
            <a:off x="457200" y="4767265"/>
            <a:ext cx="2133675" cy="2738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20"/>
          <p:cNvSpPr txBox="1">
            <a:spLocks noGrp="1"/>
          </p:cNvSpPr>
          <p:nvPr>
            <p:ph type="ftr" idx="11"/>
          </p:nvPr>
        </p:nvSpPr>
        <p:spPr>
          <a:xfrm>
            <a:off x="3124200" y="4767265"/>
            <a:ext cx="2895525" cy="273825"/>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20"/>
          <p:cNvSpPr txBox="1">
            <a:spLocks noGrp="1"/>
          </p:cNvSpPr>
          <p:nvPr>
            <p:ph type="sldNum" idx="12"/>
          </p:nvPr>
        </p:nvSpPr>
        <p:spPr>
          <a:xfrm>
            <a:off x="6553200" y="4767265"/>
            <a:ext cx="2133675" cy="273825"/>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457201" y="204788"/>
            <a:ext cx="3008250" cy="871650"/>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rgbClr val="FF0000"/>
              </a:buClr>
              <a:buSzPts val="1500"/>
              <a:buFont typeface="Verdana" panose="020B0604030504040204"/>
              <a:buNone/>
              <a:defRPr sz="15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21"/>
          <p:cNvSpPr txBox="1">
            <a:spLocks noGrp="1"/>
          </p:cNvSpPr>
          <p:nvPr>
            <p:ph type="body" idx="1"/>
          </p:nvPr>
        </p:nvSpPr>
        <p:spPr>
          <a:xfrm>
            <a:off x="3575050" y="204790"/>
            <a:ext cx="5111775" cy="4389750"/>
          </a:xfrm>
          <a:prstGeom prst="rect">
            <a:avLst/>
          </a:prstGeom>
          <a:noFill/>
          <a:ln>
            <a:noFill/>
          </a:ln>
        </p:spPr>
        <p:txBody>
          <a:bodyPr spcFirstLastPara="1" wrap="square" lIns="68575" tIns="34275" rIns="68575" bIns="34275" anchor="t" anchorCtr="0">
            <a:normAutofit/>
          </a:bodyPr>
          <a:lstStyle>
            <a:lvl1pPr marL="457200" lvl="0" indent="-381000" algn="l">
              <a:lnSpc>
                <a:spcPct val="100000"/>
              </a:lnSpc>
              <a:spcBef>
                <a:spcPts val="500"/>
              </a:spcBef>
              <a:spcAft>
                <a:spcPts val="0"/>
              </a:spcAft>
              <a:buClr>
                <a:schemeClr val="dk1"/>
              </a:buClr>
              <a:buSzPts val="2400"/>
              <a:buChar char="•"/>
              <a:defRPr sz="2400"/>
            </a:lvl1pPr>
            <a:lvl2pPr marL="914400" lvl="1" indent="-361950" algn="l">
              <a:lnSpc>
                <a:spcPct val="100000"/>
              </a:lnSpc>
              <a:spcBef>
                <a:spcPts val="400"/>
              </a:spcBef>
              <a:spcAft>
                <a:spcPts val="0"/>
              </a:spcAft>
              <a:buClr>
                <a:schemeClr val="dk1"/>
              </a:buClr>
              <a:buSzPts val="2100"/>
              <a:buChar char="–"/>
              <a:defRPr sz="2100"/>
            </a:lvl2pPr>
            <a:lvl3pPr marL="1371600" lvl="2" indent="-342900" algn="l">
              <a:lnSpc>
                <a:spcPct val="100000"/>
              </a:lnSpc>
              <a:spcBef>
                <a:spcPts val="400"/>
              </a:spcBef>
              <a:spcAft>
                <a:spcPts val="0"/>
              </a:spcAft>
              <a:buClr>
                <a:schemeClr val="dk1"/>
              </a:buClr>
              <a:buSzPts val="1800"/>
              <a:buChar char="•"/>
              <a:defRPr sz="1800"/>
            </a:lvl3pPr>
            <a:lvl4pPr marL="1828800" lvl="3" indent="-323850" algn="l">
              <a:lnSpc>
                <a:spcPct val="100000"/>
              </a:lnSpc>
              <a:spcBef>
                <a:spcPts val="300"/>
              </a:spcBef>
              <a:spcAft>
                <a:spcPts val="0"/>
              </a:spcAft>
              <a:buClr>
                <a:schemeClr val="dk1"/>
              </a:buClr>
              <a:buSzPts val="1500"/>
              <a:buChar char="–"/>
              <a:defRPr sz="1500"/>
            </a:lvl4pPr>
            <a:lvl5pPr marL="2286000" lvl="4" indent="-323850" algn="l">
              <a:lnSpc>
                <a:spcPct val="100000"/>
              </a:lnSpc>
              <a:spcBef>
                <a:spcPts val="300"/>
              </a:spcBef>
              <a:spcAft>
                <a:spcPts val="0"/>
              </a:spcAft>
              <a:buClr>
                <a:schemeClr val="dk1"/>
              </a:buClr>
              <a:buSzPts val="1500"/>
              <a:buChar char="»"/>
              <a:defRPr sz="1500"/>
            </a:lvl5pPr>
            <a:lvl6pPr marL="2743200" lvl="5" indent="-323850" algn="l">
              <a:lnSpc>
                <a:spcPct val="100000"/>
              </a:lnSpc>
              <a:spcBef>
                <a:spcPts val="300"/>
              </a:spcBef>
              <a:spcAft>
                <a:spcPts val="0"/>
              </a:spcAft>
              <a:buClr>
                <a:schemeClr val="dk1"/>
              </a:buClr>
              <a:buSzPts val="1500"/>
              <a:buChar char="•"/>
              <a:defRPr sz="1500"/>
            </a:lvl6pPr>
            <a:lvl7pPr marL="3200400" lvl="6" indent="-323850" algn="l">
              <a:lnSpc>
                <a:spcPct val="100000"/>
              </a:lnSpc>
              <a:spcBef>
                <a:spcPts val="300"/>
              </a:spcBef>
              <a:spcAft>
                <a:spcPts val="0"/>
              </a:spcAft>
              <a:buClr>
                <a:schemeClr val="dk1"/>
              </a:buClr>
              <a:buSzPts val="1500"/>
              <a:buChar char="•"/>
              <a:defRPr sz="1500"/>
            </a:lvl7pPr>
            <a:lvl8pPr marL="3657600" lvl="7" indent="-323850" algn="l">
              <a:lnSpc>
                <a:spcPct val="100000"/>
              </a:lnSpc>
              <a:spcBef>
                <a:spcPts val="300"/>
              </a:spcBef>
              <a:spcAft>
                <a:spcPts val="0"/>
              </a:spcAft>
              <a:buClr>
                <a:schemeClr val="dk1"/>
              </a:buClr>
              <a:buSzPts val="1500"/>
              <a:buChar char="•"/>
              <a:defRPr sz="1500"/>
            </a:lvl8pPr>
            <a:lvl9pPr marL="4114800" lvl="8" indent="-323850" algn="l">
              <a:lnSpc>
                <a:spcPct val="100000"/>
              </a:lnSpc>
              <a:spcBef>
                <a:spcPts val="300"/>
              </a:spcBef>
              <a:spcAft>
                <a:spcPts val="0"/>
              </a:spcAft>
              <a:buClr>
                <a:schemeClr val="dk1"/>
              </a:buClr>
              <a:buSzPts val="1500"/>
              <a:buChar char="•"/>
              <a:defRPr sz="1500"/>
            </a:lvl9pPr>
          </a:lstStyle>
          <a:p/>
        </p:txBody>
      </p:sp>
      <p:sp>
        <p:nvSpPr>
          <p:cNvPr id="105" name="Google Shape;105;p21"/>
          <p:cNvSpPr txBox="1">
            <a:spLocks noGrp="1"/>
          </p:cNvSpPr>
          <p:nvPr>
            <p:ph type="body" idx="2"/>
          </p:nvPr>
        </p:nvSpPr>
        <p:spPr>
          <a:xfrm>
            <a:off x="457201" y="1076327"/>
            <a:ext cx="3008250" cy="3518325"/>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200"/>
              </a:spcBef>
              <a:spcAft>
                <a:spcPts val="0"/>
              </a:spcAft>
              <a:buClr>
                <a:schemeClr val="dk1"/>
              </a:buClr>
              <a:buSzPts val="1100"/>
              <a:buNone/>
              <a:defRPr sz="1100"/>
            </a:lvl1pPr>
            <a:lvl2pPr marL="914400" lvl="1" indent="-228600" algn="l">
              <a:lnSpc>
                <a:spcPct val="100000"/>
              </a:lnSpc>
              <a:spcBef>
                <a:spcPts val="200"/>
              </a:spcBef>
              <a:spcAft>
                <a:spcPts val="0"/>
              </a:spcAft>
              <a:buClr>
                <a:schemeClr val="dk1"/>
              </a:buClr>
              <a:buSzPts val="900"/>
              <a:buNone/>
              <a:defRPr sz="900"/>
            </a:lvl2pPr>
            <a:lvl3pPr marL="1371600" lvl="2" indent="-228600" algn="l">
              <a:lnSpc>
                <a:spcPct val="100000"/>
              </a:lnSpc>
              <a:spcBef>
                <a:spcPts val="200"/>
              </a:spcBef>
              <a:spcAft>
                <a:spcPts val="0"/>
              </a:spcAft>
              <a:buClr>
                <a:schemeClr val="dk1"/>
              </a:buClr>
              <a:buSzPts val="800"/>
              <a:buNone/>
              <a:defRPr sz="800"/>
            </a:lvl3pPr>
            <a:lvl4pPr marL="1828800" lvl="3" indent="-228600" algn="l">
              <a:lnSpc>
                <a:spcPct val="100000"/>
              </a:lnSpc>
              <a:spcBef>
                <a:spcPts val="100"/>
              </a:spcBef>
              <a:spcAft>
                <a:spcPts val="0"/>
              </a:spcAft>
              <a:buClr>
                <a:schemeClr val="dk1"/>
              </a:buClr>
              <a:buSzPts val="700"/>
              <a:buNone/>
              <a:defRPr sz="700"/>
            </a:lvl4pPr>
            <a:lvl5pPr marL="2286000" lvl="4" indent="-228600" algn="l">
              <a:lnSpc>
                <a:spcPct val="100000"/>
              </a:lnSpc>
              <a:spcBef>
                <a:spcPts val="1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p:txBody>
      </p:sp>
      <p:sp>
        <p:nvSpPr>
          <p:cNvPr id="106" name="Google Shape;106;p21"/>
          <p:cNvSpPr txBox="1">
            <a:spLocks noGrp="1"/>
          </p:cNvSpPr>
          <p:nvPr>
            <p:ph type="dt" idx="10"/>
          </p:nvPr>
        </p:nvSpPr>
        <p:spPr>
          <a:xfrm>
            <a:off x="457200" y="4767265"/>
            <a:ext cx="2133675" cy="2738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7" name="Google Shape;107;p21"/>
          <p:cNvSpPr txBox="1">
            <a:spLocks noGrp="1"/>
          </p:cNvSpPr>
          <p:nvPr>
            <p:ph type="ftr" idx="11"/>
          </p:nvPr>
        </p:nvSpPr>
        <p:spPr>
          <a:xfrm>
            <a:off x="3124200" y="4767265"/>
            <a:ext cx="2895525" cy="273825"/>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21"/>
          <p:cNvSpPr txBox="1">
            <a:spLocks noGrp="1"/>
          </p:cNvSpPr>
          <p:nvPr>
            <p:ph type="sldNum" idx="12"/>
          </p:nvPr>
        </p:nvSpPr>
        <p:spPr>
          <a:xfrm>
            <a:off x="6553200" y="4767265"/>
            <a:ext cx="2133675" cy="273825"/>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109"/>
        <p:cNvGrpSpPr/>
        <p:nvPr/>
      </p:nvGrpSpPr>
      <p:grpSpPr>
        <a:xfrm>
          <a:off x="0" y="0"/>
          <a:ext cx="0" cy="0"/>
          <a:chOff x="0" y="0"/>
          <a:chExt cx="0" cy="0"/>
        </a:xfrm>
      </p:grpSpPr>
      <p:sp>
        <p:nvSpPr>
          <p:cNvPr id="110" name="Google Shape;110;p22"/>
          <p:cNvSpPr txBox="1">
            <a:spLocks noGrp="1"/>
          </p:cNvSpPr>
          <p:nvPr>
            <p:ph type="title"/>
          </p:nvPr>
        </p:nvSpPr>
        <p:spPr>
          <a:xfrm>
            <a:off x="1792288" y="3600450"/>
            <a:ext cx="5486400" cy="425025"/>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rgbClr val="FF0000"/>
              </a:buClr>
              <a:buSzPts val="1500"/>
              <a:buFont typeface="Verdana" panose="020B0604030504040204"/>
              <a:buNone/>
              <a:defRPr sz="15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22"/>
          <p:cNvSpPr>
            <a:spLocks noGrp="1"/>
          </p:cNvSpPr>
          <p:nvPr>
            <p:ph type="pic" idx="2"/>
          </p:nvPr>
        </p:nvSpPr>
        <p:spPr>
          <a:xfrm>
            <a:off x="1792288" y="459581"/>
            <a:ext cx="5486400" cy="3086100"/>
          </a:xfrm>
          <a:prstGeom prst="rect">
            <a:avLst/>
          </a:prstGeom>
          <a:noFill/>
          <a:ln>
            <a:noFill/>
          </a:ln>
        </p:spPr>
      </p:sp>
      <p:sp>
        <p:nvSpPr>
          <p:cNvPr id="112" name="Google Shape;112;p22"/>
          <p:cNvSpPr txBox="1">
            <a:spLocks noGrp="1"/>
          </p:cNvSpPr>
          <p:nvPr>
            <p:ph type="body" idx="1"/>
          </p:nvPr>
        </p:nvSpPr>
        <p:spPr>
          <a:xfrm>
            <a:off x="1792288" y="4025504"/>
            <a:ext cx="5486400" cy="603675"/>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200"/>
              </a:spcBef>
              <a:spcAft>
                <a:spcPts val="0"/>
              </a:spcAft>
              <a:buClr>
                <a:schemeClr val="dk1"/>
              </a:buClr>
              <a:buSzPts val="1100"/>
              <a:buNone/>
              <a:defRPr sz="1100"/>
            </a:lvl1pPr>
            <a:lvl2pPr marL="914400" lvl="1" indent="-228600" algn="l">
              <a:lnSpc>
                <a:spcPct val="100000"/>
              </a:lnSpc>
              <a:spcBef>
                <a:spcPts val="200"/>
              </a:spcBef>
              <a:spcAft>
                <a:spcPts val="0"/>
              </a:spcAft>
              <a:buClr>
                <a:schemeClr val="dk1"/>
              </a:buClr>
              <a:buSzPts val="900"/>
              <a:buNone/>
              <a:defRPr sz="900"/>
            </a:lvl2pPr>
            <a:lvl3pPr marL="1371600" lvl="2" indent="-228600" algn="l">
              <a:lnSpc>
                <a:spcPct val="100000"/>
              </a:lnSpc>
              <a:spcBef>
                <a:spcPts val="200"/>
              </a:spcBef>
              <a:spcAft>
                <a:spcPts val="0"/>
              </a:spcAft>
              <a:buClr>
                <a:schemeClr val="dk1"/>
              </a:buClr>
              <a:buSzPts val="800"/>
              <a:buNone/>
              <a:defRPr sz="800"/>
            </a:lvl3pPr>
            <a:lvl4pPr marL="1828800" lvl="3" indent="-228600" algn="l">
              <a:lnSpc>
                <a:spcPct val="100000"/>
              </a:lnSpc>
              <a:spcBef>
                <a:spcPts val="100"/>
              </a:spcBef>
              <a:spcAft>
                <a:spcPts val="0"/>
              </a:spcAft>
              <a:buClr>
                <a:schemeClr val="dk1"/>
              </a:buClr>
              <a:buSzPts val="700"/>
              <a:buNone/>
              <a:defRPr sz="700"/>
            </a:lvl4pPr>
            <a:lvl5pPr marL="2286000" lvl="4" indent="-228600" algn="l">
              <a:lnSpc>
                <a:spcPct val="100000"/>
              </a:lnSpc>
              <a:spcBef>
                <a:spcPts val="1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p:txBody>
      </p:sp>
      <p:sp>
        <p:nvSpPr>
          <p:cNvPr id="113" name="Google Shape;113;p22"/>
          <p:cNvSpPr txBox="1">
            <a:spLocks noGrp="1"/>
          </p:cNvSpPr>
          <p:nvPr>
            <p:ph type="dt" idx="10"/>
          </p:nvPr>
        </p:nvSpPr>
        <p:spPr>
          <a:xfrm>
            <a:off x="457200" y="4767265"/>
            <a:ext cx="2133675" cy="2738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4" name="Google Shape;114;p22"/>
          <p:cNvSpPr txBox="1">
            <a:spLocks noGrp="1"/>
          </p:cNvSpPr>
          <p:nvPr>
            <p:ph type="ftr" idx="11"/>
          </p:nvPr>
        </p:nvSpPr>
        <p:spPr>
          <a:xfrm>
            <a:off x="3124200" y="4767265"/>
            <a:ext cx="2895525" cy="273825"/>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 name="Google Shape;115;p22"/>
          <p:cNvSpPr txBox="1">
            <a:spLocks noGrp="1"/>
          </p:cNvSpPr>
          <p:nvPr>
            <p:ph type="sldNum" idx="12"/>
          </p:nvPr>
        </p:nvSpPr>
        <p:spPr>
          <a:xfrm>
            <a:off x="6553200" y="4767265"/>
            <a:ext cx="2133675" cy="273825"/>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xfrm>
            <a:off x="609600" y="205978"/>
            <a:ext cx="8001000" cy="3656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FF0000"/>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 name="Google Shape;118;p23"/>
          <p:cNvSpPr txBox="1">
            <a:spLocks noGrp="1"/>
          </p:cNvSpPr>
          <p:nvPr>
            <p:ph type="body" idx="1"/>
          </p:nvPr>
        </p:nvSpPr>
        <p:spPr>
          <a:xfrm rot="5400000">
            <a:off x="2752725" y="-1285874"/>
            <a:ext cx="3714750" cy="8001000"/>
          </a:xfrm>
          <a:prstGeom prst="rect">
            <a:avLst/>
          </a:prstGeom>
          <a:noFill/>
          <a:ln>
            <a:noFill/>
          </a:ln>
        </p:spPr>
        <p:txBody>
          <a:bodyPr spcFirstLastPara="1" wrap="square" lIns="68575" tIns="34275" rIns="68575" bIns="34275" anchor="t" anchorCtr="0">
            <a:normAutofit/>
          </a:bodyPr>
          <a:lstStyle>
            <a:lvl1pPr marL="457200" lvl="0" indent="-317500" algn="l">
              <a:lnSpc>
                <a:spcPct val="100000"/>
              </a:lnSpc>
              <a:spcBef>
                <a:spcPts val="300"/>
              </a:spcBef>
              <a:spcAft>
                <a:spcPts val="0"/>
              </a:spcAft>
              <a:buClr>
                <a:schemeClr val="dk1"/>
              </a:buClr>
              <a:buSzPts val="1400"/>
              <a:buChar char="•"/>
              <a:defRPr/>
            </a:lvl1pPr>
            <a:lvl2pPr marL="914400" lvl="1" indent="-317500" algn="l">
              <a:lnSpc>
                <a:spcPct val="100000"/>
              </a:lnSpc>
              <a:spcBef>
                <a:spcPts val="300"/>
              </a:spcBef>
              <a:spcAft>
                <a:spcPts val="0"/>
              </a:spcAft>
              <a:buClr>
                <a:schemeClr val="dk1"/>
              </a:buClr>
              <a:buSzPts val="1400"/>
              <a:buChar char="–"/>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p:txBody>
      </p:sp>
      <p:sp>
        <p:nvSpPr>
          <p:cNvPr id="119" name="Google Shape;119;p23"/>
          <p:cNvSpPr txBox="1">
            <a:spLocks noGrp="1"/>
          </p:cNvSpPr>
          <p:nvPr>
            <p:ph type="dt" idx="10"/>
          </p:nvPr>
        </p:nvSpPr>
        <p:spPr>
          <a:xfrm>
            <a:off x="457200" y="4767265"/>
            <a:ext cx="2133675" cy="2738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23"/>
          <p:cNvSpPr txBox="1">
            <a:spLocks noGrp="1"/>
          </p:cNvSpPr>
          <p:nvPr>
            <p:ph type="ftr" idx="11"/>
          </p:nvPr>
        </p:nvSpPr>
        <p:spPr>
          <a:xfrm>
            <a:off x="3124200" y="4767265"/>
            <a:ext cx="2895525" cy="273825"/>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23"/>
          <p:cNvSpPr txBox="1">
            <a:spLocks noGrp="1"/>
          </p:cNvSpPr>
          <p:nvPr>
            <p:ph type="sldNum" idx="12"/>
          </p:nvPr>
        </p:nvSpPr>
        <p:spPr>
          <a:xfrm>
            <a:off x="6553200" y="4767265"/>
            <a:ext cx="2133675" cy="273825"/>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122"/>
        <p:cNvGrpSpPr/>
        <p:nvPr/>
      </p:nvGrpSpPr>
      <p:grpSpPr>
        <a:xfrm>
          <a:off x="0" y="0"/>
          <a:ext cx="0" cy="0"/>
          <a:chOff x="0" y="0"/>
          <a:chExt cx="0" cy="0"/>
        </a:xfrm>
      </p:grpSpPr>
      <p:sp>
        <p:nvSpPr>
          <p:cNvPr id="123" name="Google Shape;123;p24"/>
          <p:cNvSpPr txBox="1">
            <a:spLocks noGrp="1"/>
          </p:cNvSpPr>
          <p:nvPr>
            <p:ph type="title"/>
          </p:nvPr>
        </p:nvSpPr>
        <p:spPr>
          <a:xfrm rot="5400000">
            <a:off x="5463788" y="1371593"/>
            <a:ext cx="4388625" cy="20574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FF0000"/>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4"/>
          <p:cNvSpPr txBox="1">
            <a:spLocks noGrp="1"/>
          </p:cNvSpPr>
          <p:nvPr>
            <p:ph type="body" idx="1"/>
          </p:nvPr>
        </p:nvSpPr>
        <p:spPr>
          <a:xfrm rot="5400000">
            <a:off x="1272750" y="-609644"/>
            <a:ext cx="4388625" cy="6019875"/>
          </a:xfrm>
          <a:prstGeom prst="rect">
            <a:avLst/>
          </a:prstGeom>
          <a:noFill/>
          <a:ln>
            <a:noFill/>
          </a:ln>
        </p:spPr>
        <p:txBody>
          <a:bodyPr spcFirstLastPara="1" wrap="square" lIns="68575" tIns="34275" rIns="68575" bIns="34275" anchor="t" anchorCtr="0">
            <a:normAutofit/>
          </a:bodyPr>
          <a:lstStyle>
            <a:lvl1pPr marL="457200" lvl="0" indent="-317500" algn="l">
              <a:lnSpc>
                <a:spcPct val="100000"/>
              </a:lnSpc>
              <a:spcBef>
                <a:spcPts val="300"/>
              </a:spcBef>
              <a:spcAft>
                <a:spcPts val="0"/>
              </a:spcAft>
              <a:buClr>
                <a:schemeClr val="dk1"/>
              </a:buClr>
              <a:buSzPts val="1400"/>
              <a:buChar char="•"/>
              <a:defRPr/>
            </a:lvl1pPr>
            <a:lvl2pPr marL="914400" lvl="1" indent="-317500" algn="l">
              <a:lnSpc>
                <a:spcPct val="100000"/>
              </a:lnSpc>
              <a:spcBef>
                <a:spcPts val="300"/>
              </a:spcBef>
              <a:spcAft>
                <a:spcPts val="0"/>
              </a:spcAft>
              <a:buClr>
                <a:schemeClr val="dk1"/>
              </a:buClr>
              <a:buSzPts val="1400"/>
              <a:buChar char="–"/>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p:txBody>
      </p:sp>
      <p:sp>
        <p:nvSpPr>
          <p:cNvPr id="125" name="Google Shape;125;p24"/>
          <p:cNvSpPr txBox="1">
            <a:spLocks noGrp="1"/>
          </p:cNvSpPr>
          <p:nvPr>
            <p:ph type="dt" idx="10"/>
          </p:nvPr>
        </p:nvSpPr>
        <p:spPr>
          <a:xfrm>
            <a:off x="457200" y="4767265"/>
            <a:ext cx="2133675" cy="273825"/>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 name="Google Shape;126;p24"/>
          <p:cNvSpPr txBox="1">
            <a:spLocks noGrp="1"/>
          </p:cNvSpPr>
          <p:nvPr>
            <p:ph type="ftr" idx="11"/>
          </p:nvPr>
        </p:nvSpPr>
        <p:spPr>
          <a:xfrm>
            <a:off x="3124200" y="4767265"/>
            <a:ext cx="2895525" cy="273825"/>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24"/>
          <p:cNvSpPr txBox="1">
            <a:spLocks noGrp="1"/>
          </p:cNvSpPr>
          <p:nvPr>
            <p:ph type="sldNum" idx="12"/>
          </p:nvPr>
        </p:nvSpPr>
        <p:spPr>
          <a:xfrm>
            <a:off x="6553200" y="4767265"/>
            <a:ext cx="2133675" cy="273825"/>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09600" y="205978"/>
            <a:ext cx="8001000" cy="365625"/>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FF0000"/>
              </a:buClr>
              <a:buSzPts val="2100"/>
              <a:buFont typeface="Verdana" panose="020B0604030504040204"/>
              <a:buNone/>
              <a:defRPr sz="21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2" name="Google Shape;52;p13"/>
          <p:cNvSpPr txBox="1">
            <a:spLocks noGrp="1"/>
          </p:cNvSpPr>
          <p:nvPr>
            <p:ph type="body" idx="1"/>
          </p:nvPr>
        </p:nvSpPr>
        <p:spPr>
          <a:xfrm>
            <a:off x="609600" y="857251"/>
            <a:ext cx="8001000" cy="3714750"/>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10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23850" algn="l" rtl="0">
              <a:lnSpc>
                <a:spcPct val="100000"/>
              </a:lnSpc>
              <a:spcBef>
                <a:spcPts val="300"/>
              </a:spcBef>
              <a:spcAft>
                <a:spcPts val="0"/>
              </a:spcAft>
              <a:buClr>
                <a:schemeClr val="dk1"/>
              </a:buClr>
              <a:buSzPts val="1500"/>
              <a:buFont typeface="Arial" panose="020B0604020202020204"/>
              <a:buChar char="–"/>
              <a:defRPr sz="15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17500" algn="l" rtl="0">
              <a:lnSpc>
                <a:spcPct val="100000"/>
              </a:lnSpc>
              <a:spcBef>
                <a:spcPts val="300"/>
              </a:spcBef>
              <a:spcAft>
                <a:spcPts val="0"/>
              </a:spcAft>
              <a:buClr>
                <a:schemeClr val="dk1"/>
              </a:buClr>
              <a:buSzPts val="1400"/>
              <a:buFont typeface="Arial" panose="020B0604020202020204"/>
              <a:buChar char="•"/>
              <a:defRPr sz="1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04800" algn="l" rtl="0">
              <a:lnSpc>
                <a:spcPct val="100000"/>
              </a:lnSpc>
              <a:spcBef>
                <a:spcPts val="200"/>
              </a:spcBef>
              <a:spcAft>
                <a:spcPts val="0"/>
              </a:spcAft>
              <a:buClr>
                <a:schemeClr val="dk1"/>
              </a:buClr>
              <a:buSzPts val="1200"/>
              <a:buFont typeface="Arial" panose="020B0604020202020204"/>
              <a:buChar char="–"/>
              <a:defRPr sz="12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04800" algn="l" rtl="0">
              <a:lnSpc>
                <a:spcPct val="100000"/>
              </a:lnSpc>
              <a:spcBef>
                <a:spcPts val="200"/>
              </a:spcBef>
              <a:spcAft>
                <a:spcPts val="0"/>
              </a:spcAft>
              <a:buClr>
                <a:schemeClr val="dk1"/>
              </a:buClr>
              <a:buSzPts val="1200"/>
              <a:buFont typeface="Arial" panose="020B0604020202020204"/>
              <a:buChar char="»"/>
              <a:defRPr sz="12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23850" algn="l" rtl="0">
              <a:lnSpc>
                <a:spcPct val="100000"/>
              </a:lnSpc>
              <a:spcBef>
                <a:spcPts val="300"/>
              </a:spcBef>
              <a:spcAft>
                <a:spcPts val="0"/>
              </a:spcAft>
              <a:buClr>
                <a:schemeClr val="dk1"/>
              </a:buClr>
              <a:buSzPts val="1500"/>
              <a:buFont typeface="Arial" panose="020B0604020202020204"/>
              <a:buChar char="•"/>
              <a:defRPr sz="15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23850" algn="l" rtl="0">
              <a:lnSpc>
                <a:spcPct val="100000"/>
              </a:lnSpc>
              <a:spcBef>
                <a:spcPts val="300"/>
              </a:spcBef>
              <a:spcAft>
                <a:spcPts val="0"/>
              </a:spcAft>
              <a:buClr>
                <a:schemeClr val="dk1"/>
              </a:buClr>
              <a:buSzPts val="1500"/>
              <a:buFont typeface="Arial" panose="020B0604020202020204"/>
              <a:buChar char="•"/>
              <a:defRPr sz="15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23850" algn="l" rtl="0">
              <a:lnSpc>
                <a:spcPct val="100000"/>
              </a:lnSpc>
              <a:spcBef>
                <a:spcPts val="300"/>
              </a:spcBef>
              <a:spcAft>
                <a:spcPts val="0"/>
              </a:spcAft>
              <a:buClr>
                <a:schemeClr val="dk1"/>
              </a:buClr>
              <a:buSzPts val="1500"/>
              <a:buFont typeface="Arial" panose="020B0604020202020204"/>
              <a:buChar char="•"/>
              <a:defRPr sz="15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23850" algn="l" rtl="0">
              <a:lnSpc>
                <a:spcPct val="100000"/>
              </a:lnSpc>
              <a:spcBef>
                <a:spcPts val="300"/>
              </a:spcBef>
              <a:spcAft>
                <a:spcPts val="0"/>
              </a:spcAft>
              <a:buClr>
                <a:schemeClr val="dk1"/>
              </a:buClr>
              <a:buSzPts val="1500"/>
              <a:buFont typeface="Arial" panose="020B0604020202020204"/>
              <a:buChar char="•"/>
              <a:defRPr sz="15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53" name="Google Shape;53;p13"/>
          <p:cNvSpPr txBox="1">
            <a:spLocks noGrp="1"/>
          </p:cNvSpPr>
          <p:nvPr>
            <p:ph type="dt" idx="10"/>
          </p:nvPr>
        </p:nvSpPr>
        <p:spPr>
          <a:xfrm>
            <a:off x="457200" y="4767265"/>
            <a:ext cx="2133675" cy="273825"/>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54" name="Google Shape;54;p13"/>
          <p:cNvSpPr txBox="1">
            <a:spLocks noGrp="1"/>
          </p:cNvSpPr>
          <p:nvPr>
            <p:ph type="ftr" idx="11"/>
          </p:nvPr>
        </p:nvSpPr>
        <p:spPr>
          <a:xfrm>
            <a:off x="3124200" y="4767265"/>
            <a:ext cx="2895525" cy="273825"/>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55" name="Google Shape;55;p13"/>
          <p:cNvSpPr txBox="1">
            <a:spLocks noGrp="1"/>
          </p:cNvSpPr>
          <p:nvPr>
            <p:ph type="sldNum" idx="12"/>
          </p:nvPr>
        </p:nvSpPr>
        <p:spPr>
          <a:xfrm>
            <a:off x="6553200" y="4767265"/>
            <a:ext cx="2133675" cy="273825"/>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56" name="Google Shape;56;p13"/>
          <p:cNvCxnSpPr/>
          <p:nvPr/>
        </p:nvCxnSpPr>
        <p:spPr>
          <a:xfrm>
            <a:off x="609600" y="685800"/>
            <a:ext cx="8001000" cy="0"/>
          </a:xfrm>
          <a:prstGeom prst="straightConnector1">
            <a:avLst/>
          </a:prstGeom>
          <a:noFill/>
          <a:ln w="57150" cap="flat" cmpd="thickThin">
            <a:solidFill>
              <a:schemeClr val="dk1"/>
            </a:solidFill>
            <a:prstDash val="solid"/>
            <a:round/>
            <a:headEnd type="none" w="sm" len="sm"/>
            <a:tailEnd type="none" w="sm" len="sm"/>
          </a:ln>
        </p:spPr>
      </p:cxnSp>
      <p:pic>
        <p:nvPicPr>
          <p:cNvPr id="57" name="Google Shape;57;p13"/>
          <p:cNvPicPr preferRelativeResize="0"/>
          <p:nvPr/>
        </p:nvPicPr>
        <p:blipFill rotWithShape="1">
          <a:blip r:embed="rId12"/>
          <a:srcRect b="18045"/>
          <a:stretch>
            <a:fillRect/>
          </a:stretch>
        </p:blipFill>
        <p:spPr>
          <a:xfrm>
            <a:off x="0" y="4493525"/>
            <a:ext cx="9144001" cy="6499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5"/>
          <p:cNvSpPr txBox="1">
            <a:spLocks noGrp="1"/>
          </p:cNvSpPr>
          <p:nvPr>
            <p:ph type="ctrTitle"/>
          </p:nvPr>
        </p:nvSpPr>
        <p:spPr>
          <a:xfrm>
            <a:off x="840058" y="801826"/>
            <a:ext cx="7525193" cy="547028"/>
          </a:xfrm>
          <a:prstGeom prst="rect">
            <a:avLst/>
          </a:prstGeom>
          <a:noFill/>
          <a:ln>
            <a:noFill/>
          </a:ln>
        </p:spPr>
        <p:txBody>
          <a:bodyPr spcFirstLastPara="1" wrap="square" lIns="68575" tIns="34275" rIns="68575" bIns="34275" anchor="ctr" anchorCtr="0">
            <a:noAutofit/>
          </a:bodyPr>
          <a:lstStyle/>
          <a:p>
            <a:pPr lvl="0" algn="ctr">
              <a:buClr>
                <a:schemeClr val="dk1"/>
              </a:buClr>
              <a:buSzPts val="1100"/>
            </a:pPr>
            <a:r>
              <a:rPr lang="en-US" b="0" dirty="0"/>
              <a:t>AI-based drop-out prediction and counseling system</a:t>
            </a:r>
            <a:endParaRPr sz="1800" dirty="0">
              <a:solidFill>
                <a:schemeClr val="dk1"/>
              </a:solidFill>
              <a:latin typeface="Cambria" panose="02040503050406030204"/>
              <a:ea typeface="Cambria" panose="02040503050406030204"/>
              <a:cs typeface="Cambria" panose="02040503050406030204"/>
              <a:sym typeface="Cambria" panose="02040503050406030204"/>
            </a:endParaRPr>
          </a:p>
        </p:txBody>
      </p:sp>
      <p:sp>
        <p:nvSpPr>
          <p:cNvPr id="133" name="Google Shape;133;p25"/>
          <p:cNvSpPr txBox="1">
            <a:spLocks noGrp="1"/>
          </p:cNvSpPr>
          <p:nvPr>
            <p:ph type="subTitle" idx="1"/>
          </p:nvPr>
        </p:nvSpPr>
        <p:spPr>
          <a:xfrm>
            <a:off x="592851" y="1534014"/>
            <a:ext cx="3293348" cy="414225"/>
          </a:xfrm>
          <a:prstGeom prst="rect">
            <a:avLst/>
          </a:prstGeom>
          <a:noFill/>
          <a:ln>
            <a:noFill/>
          </a:ln>
        </p:spPr>
        <p:txBody>
          <a:bodyPr spcFirstLastPara="1" wrap="square" lIns="68575" tIns="34275" rIns="68575" bIns="34275" anchor="t" anchorCtr="0">
            <a:normAutofit/>
          </a:bodyPr>
          <a:lstStyle/>
          <a:p>
            <a:pPr marL="0" lvl="0" indent="0" algn="l" rtl="0">
              <a:lnSpc>
                <a:spcPct val="100000"/>
              </a:lnSpc>
              <a:spcBef>
                <a:spcPts val="0"/>
              </a:spcBef>
              <a:spcAft>
                <a:spcPts val="0"/>
              </a:spcAft>
              <a:buClr>
                <a:srgbClr val="17365D"/>
              </a:buClr>
              <a:buSzPts val="1500"/>
              <a:buNone/>
            </a:pPr>
            <a:r>
              <a:rPr lang="en-GB" sz="1400" dirty="0">
                <a:latin typeface="Cambria" panose="02040503050406030204"/>
                <a:ea typeface="Cambria" panose="02040503050406030204"/>
                <a:cs typeface="Cambria" panose="02040503050406030204"/>
                <a:sym typeface="Cambria" panose="02040503050406030204"/>
              </a:rPr>
              <a:t>Batch Number: IST_16</a:t>
            </a:r>
            <a:endParaRPr sz="1400" dirty="0">
              <a:latin typeface="Cambria" panose="02040503050406030204"/>
              <a:ea typeface="Cambria" panose="02040503050406030204"/>
              <a:cs typeface="Cambria" panose="02040503050406030204"/>
              <a:sym typeface="Cambria" panose="02040503050406030204"/>
            </a:endParaRPr>
          </a:p>
        </p:txBody>
      </p:sp>
      <p:sp>
        <p:nvSpPr>
          <p:cNvPr id="134" name="Google Shape;134;p25"/>
          <p:cNvSpPr txBox="1"/>
          <p:nvPr/>
        </p:nvSpPr>
        <p:spPr>
          <a:xfrm>
            <a:off x="4860146" y="1885005"/>
            <a:ext cx="4135725" cy="1515420"/>
          </a:xfrm>
          <a:prstGeom prst="rect">
            <a:avLst/>
          </a:prstGeom>
          <a:noFill/>
          <a:ln>
            <a:noFill/>
          </a:ln>
        </p:spPr>
        <p:txBody>
          <a:bodyPr spcFirstLastPara="1" wrap="square" lIns="68575" tIns="34275" rIns="68575" bIns="34275" anchor="t" anchorCtr="0">
            <a:normAutofit/>
          </a:bodyPr>
          <a:lstStyle/>
          <a:p>
            <a:pPr marL="0" marR="0" lvl="0" indent="0" algn="ctr" rtl="0">
              <a:lnSpc>
                <a:spcPct val="100000"/>
              </a:lnSpc>
              <a:spcBef>
                <a:spcPts val="0"/>
              </a:spcBef>
              <a:spcAft>
                <a:spcPts val="0"/>
              </a:spcAft>
              <a:buClr>
                <a:srgbClr val="17365D"/>
              </a:buClr>
              <a:buSzPts val="1500"/>
              <a:buFont typeface="Arial" panose="020B0604020202020204"/>
              <a:buNone/>
            </a:pPr>
            <a:r>
              <a:rPr lang="en-GB" sz="1400" b="1" i="0" u="none" strike="noStrike" cap="none" dirty="0">
                <a:solidFill>
                  <a:srgbClr val="17365D"/>
                </a:solidFill>
                <a:latin typeface="Cambria" panose="02040503050406030204"/>
                <a:ea typeface="Cambria" panose="02040503050406030204"/>
                <a:cs typeface="Cambria" panose="02040503050406030204"/>
                <a:sym typeface="Cambria" panose="02040503050406030204"/>
              </a:rPr>
              <a:t>Under the Supervision of,</a:t>
            </a:r>
            <a:endParaRPr sz="1400" b="0" i="0" u="none" strike="noStrike" cap="none" dirty="0">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ctr" rtl="0">
              <a:lnSpc>
                <a:spcPct val="100000"/>
              </a:lnSpc>
              <a:spcBef>
                <a:spcPts val="300"/>
              </a:spcBef>
              <a:spcAft>
                <a:spcPts val="0"/>
              </a:spcAft>
              <a:buClr>
                <a:srgbClr val="17365D"/>
              </a:buClr>
              <a:buSzPts val="1500"/>
              <a:buFont typeface="Arial" panose="020B0604020202020204"/>
              <a:buNone/>
            </a:pPr>
            <a:endParaRPr sz="1500" b="1" i="0" u="none" strike="noStrike" cap="none" dirty="0">
              <a:solidFill>
                <a:srgbClr val="17365D"/>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300"/>
              </a:spcBef>
              <a:spcAft>
                <a:spcPts val="0"/>
              </a:spcAft>
              <a:buClr>
                <a:srgbClr val="17365D"/>
              </a:buClr>
              <a:buSzPts val="1300"/>
              <a:buFont typeface="Arial" panose="020B0604020202020204"/>
              <a:buNone/>
            </a:pPr>
            <a:r>
              <a:rPr lang="en-GB" sz="1300" b="1" i="0" u="none" strike="noStrike" cap="none" dirty="0" err="1">
                <a:solidFill>
                  <a:srgbClr val="17365D"/>
                </a:solidFill>
                <a:latin typeface="Cambria" panose="02040503050406030204"/>
                <a:ea typeface="Cambria" panose="02040503050406030204"/>
                <a:cs typeface="Cambria" panose="02040503050406030204"/>
                <a:sym typeface="Cambria" panose="02040503050406030204"/>
              </a:rPr>
              <a:t>Mr.</a:t>
            </a:r>
            <a:r>
              <a:rPr lang="en-GB" sz="1300" b="1" dirty="0" err="1">
                <a:solidFill>
                  <a:srgbClr val="17365D"/>
                </a:solidFill>
                <a:latin typeface="Cambria" panose="02040503050406030204"/>
                <a:ea typeface="Cambria" panose="02040503050406030204"/>
                <a:cs typeface="Cambria" panose="02040503050406030204"/>
                <a:sym typeface="Cambria" panose="02040503050406030204"/>
              </a:rPr>
              <a:t>Jinesh</a:t>
            </a:r>
            <a:r>
              <a:rPr lang="en-GB" sz="1300" b="1" dirty="0">
                <a:solidFill>
                  <a:srgbClr val="17365D"/>
                </a:solidFill>
                <a:latin typeface="Cambria" panose="02040503050406030204"/>
                <a:ea typeface="Cambria" panose="02040503050406030204"/>
                <a:cs typeface="Cambria" panose="02040503050406030204"/>
                <a:sym typeface="Cambria" panose="02040503050406030204"/>
              </a:rPr>
              <a:t> V.N</a:t>
            </a:r>
            <a:endParaRPr sz="1100" b="0" i="0" u="none" strike="noStrike" cap="none" dirty="0">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300"/>
              </a:spcBef>
              <a:spcAft>
                <a:spcPts val="0"/>
              </a:spcAft>
              <a:buClr>
                <a:srgbClr val="17365D"/>
              </a:buClr>
              <a:buSzPts val="1300"/>
              <a:buFont typeface="Arial" panose="020B0604020202020204"/>
              <a:buNone/>
            </a:pPr>
            <a:r>
              <a:rPr lang="en-GB" sz="1300" b="1" i="0" u="none" strike="noStrike" cap="none" dirty="0">
                <a:solidFill>
                  <a:srgbClr val="17365D"/>
                </a:solidFill>
                <a:latin typeface="Cambria" panose="02040503050406030204"/>
                <a:ea typeface="Cambria" panose="02040503050406030204"/>
                <a:cs typeface="Cambria" panose="02040503050406030204"/>
                <a:sym typeface="Cambria" panose="02040503050406030204"/>
              </a:rPr>
              <a:t>Assistant Professor</a:t>
            </a:r>
            <a:endParaRPr sz="1100" b="0" i="0" u="none" strike="noStrike" cap="none" dirty="0">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300"/>
              </a:spcBef>
              <a:spcAft>
                <a:spcPts val="0"/>
              </a:spcAft>
              <a:buClr>
                <a:srgbClr val="17365D"/>
              </a:buClr>
              <a:buSzPts val="1300"/>
              <a:buFont typeface="Arial" panose="020B0604020202020204"/>
              <a:buNone/>
            </a:pPr>
            <a:r>
              <a:rPr lang="en-GB" sz="1300" b="1" i="0" u="none" strike="noStrike" cap="none" dirty="0">
                <a:solidFill>
                  <a:srgbClr val="17365D"/>
                </a:solidFill>
                <a:latin typeface="Cambria" panose="02040503050406030204"/>
                <a:ea typeface="Cambria" panose="02040503050406030204"/>
                <a:cs typeface="Cambria" panose="02040503050406030204"/>
                <a:sym typeface="Cambria" panose="02040503050406030204"/>
              </a:rPr>
              <a:t>School of Computer Science and Engineering</a:t>
            </a:r>
            <a:endParaRPr sz="1100" b="0" i="0" u="none" strike="noStrike" cap="none" dirty="0">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300"/>
              </a:spcBef>
              <a:spcAft>
                <a:spcPts val="0"/>
              </a:spcAft>
              <a:buClr>
                <a:srgbClr val="17365D"/>
              </a:buClr>
              <a:buSzPts val="1300"/>
              <a:buFont typeface="Arial" panose="020B0604020202020204"/>
              <a:buNone/>
            </a:pPr>
            <a:r>
              <a:rPr lang="en-GB" sz="1300" b="1" i="0" u="none" strike="noStrike" cap="none" dirty="0">
                <a:solidFill>
                  <a:srgbClr val="17365D"/>
                </a:solidFill>
                <a:latin typeface="Cambria" panose="02040503050406030204"/>
                <a:ea typeface="Cambria" panose="02040503050406030204"/>
                <a:cs typeface="Cambria" panose="02040503050406030204"/>
                <a:sym typeface="Cambria" panose="02040503050406030204"/>
              </a:rPr>
              <a:t>Presidency University</a:t>
            </a:r>
            <a:endParaRPr sz="1100" b="0" i="0" u="none" strike="noStrike" cap="none" dirty="0">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300"/>
              </a:spcBef>
              <a:spcAft>
                <a:spcPts val="0"/>
              </a:spcAft>
              <a:buClr>
                <a:srgbClr val="17365D"/>
              </a:buClr>
              <a:buSzPts val="1500"/>
              <a:buFont typeface="Arial" panose="020B0604020202020204"/>
              <a:buNone/>
            </a:pPr>
            <a:endParaRPr sz="1500" b="1" i="0" u="none" strike="noStrike" cap="none" dirty="0">
              <a:solidFill>
                <a:srgbClr val="17365D"/>
              </a:solidFill>
              <a:latin typeface="Cambria" panose="02040503050406030204"/>
              <a:ea typeface="Cambria" panose="02040503050406030204"/>
              <a:cs typeface="Cambria" panose="02040503050406030204"/>
              <a:sym typeface="Cambria" panose="02040503050406030204"/>
            </a:endParaRPr>
          </a:p>
        </p:txBody>
      </p:sp>
      <p:sp>
        <p:nvSpPr>
          <p:cNvPr id="136" name="Google Shape;136;p25"/>
          <p:cNvSpPr txBox="1"/>
          <p:nvPr/>
        </p:nvSpPr>
        <p:spPr>
          <a:xfrm>
            <a:off x="2124169" y="102331"/>
            <a:ext cx="4124230" cy="547028"/>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17365D"/>
              </a:buClr>
              <a:buSzPts val="1400"/>
              <a:buFont typeface="Arial" panose="020B0604020202020204"/>
              <a:buNone/>
            </a:pPr>
            <a:r>
              <a:rPr lang="en-GB" sz="1400" b="1" i="0" u="none" strike="noStrike" cap="none" dirty="0">
                <a:solidFill>
                  <a:srgbClr val="17365D"/>
                </a:solidFill>
                <a:latin typeface="Cambria" panose="02040503050406030204"/>
                <a:ea typeface="Cambria" panose="02040503050406030204"/>
                <a:cs typeface="Cambria" panose="02040503050406030204"/>
                <a:sym typeface="Cambria" panose="02040503050406030204"/>
              </a:rPr>
              <a:t>CSE7302- </a:t>
            </a:r>
            <a:r>
              <a:rPr lang="en-GB" b="1" dirty="0">
                <a:solidFill>
                  <a:srgbClr val="17365D"/>
                </a:solidFill>
                <a:latin typeface="Cambria" panose="02040503050406030204"/>
                <a:ea typeface="Cambria" panose="02040503050406030204"/>
                <a:cs typeface="Cambria" panose="02040503050406030204"/>
                <a:sym typeface="Cambria" panose="02040503050406030204"/>
              </a:rPr>
              <a:t>University</a:t>
            </a:r>
            <a:r>
              <a:rPr lang="en-GB" sz="1400" b="1" i="0" u="none" strike="noStrike" cap="none" dirty="0">
                <a:solidFill>
                  <a:srgbClr val="17365D"/>
                </a:solidFill>
                <a:latin typeface="Cambria" panose="02040503050406030204"/>
                <a:ea typeface="Cambria" panose="02040503050406030204"/>
                <a:cs typeface="Cambria" panose="02040503050406030204"/>
                <a:sym typeface="Cambria" panose="02040503050406030204"/>
              </a:rPr>
              <a:t> Project</a:t>
            </a:r>
            <a:endParaRPr sz="1400" b="0" i="0" u="none" strike="noStrike" cap="none" dirty="0">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ctr" rtl="0">
              <a:lnSpc>
                <a:spcPct val="100000"/>
              </a:lnSpc>
              <a:spcBef>
                <a:spcPts val="200"/>
              </a:spcBef>
              <a:spcAft>
                <a:spcPts val="0"/>
              </a:spcAft>
              <a:buClr>
                <a:srgbClr val="17365D"/>
              </a:buClr>
              <a:buSzPts val="1400"/>
              <a:buFont typeface="Arial" panose="020B0604020202020204"/>
              <a:buNone/>
            </a:pPr>
            <a:r>
              <a:rPr lang="en-GB" sz="1400" b="1" i="0" u="none" strike="noStrike" cap="none" dirty="0">
                <a:solidFill>
                  <a:srgbClr val="17365D"/>
                </a:solidFill>
                <a:latin typeface="Cambria" panose="02040503050406030204"/>
                <a:ea typeface="Cambria" panose="02040503050406030204"/>
                <a:cs typeface="Cambria" panose="02040503050406030204"/>
                <a:sym typeface="Cambria" panose="02040503050406030204"/>
              </a:rPr>
              <a:t>Review-1</a:t>
            </a:r>
            <a:endParaRPr sz="1400" b="1" i="0" u="none" strike="noStrike" cap="none" dirty="0">
              <a:solidFill>
                <a:srgbClr val="17365D"/>
              </a:solidFill>
              <a:latin typeface="Cambria" panose="02040503050406030204"/>
              <a:ea typeface="Cambria" panose="02040503050406030204"/>
              <a:cs typeface="Cambria" panose="02040503050406030204"/>
              <a:sym typeface="Cambria" panose="02040503050406030204"/>
            </a:endParaRPr>
          </a:p>
        </p:txBody>
      </p:sp>
      <p:sp>
        <p:nvSpPr>
          <p:cNvPr id="137" name="Google Shape;137;p25"/>
          <p:cNvSpPr txBox="1"/>
          <p:nvPr/>
        </p:nvSpPr>
        <p:spPr>
          <a:xfrm>
            <a:off x="0" y="3595875"/>
            <a:ext cx="9187500" cy="976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17365D"/>
              </a:buClr>
              <a:buSzPts val="1400"/>
              <a:buFont typeface="Arial" panose="020B0604020202020204"/>
              <a:buNone/>
            </a:pPr>
            <a:r>
              <a:rPr lang="en-GB" sz="1400" b="1" i="0" u="none" strike="noStrike" cap="none">
                <a:solidFill>
                  <a:schemeClr val="accent1"/>
                </a:solidFill>
                <a:latin typeface="Cambria" panose="02040503050406030204"/>
                <a:ea typeface="Cambria" panose="02040503050406030204"/>
                <a:cs typeface="Cambria" panose="02040503050406030204"/>
                <a:sym typeface="Cambria" panose="02040503050406030204"/>
              </a:rPr>
              <a:t>Name of the Program: </a:t>
            </a:r>
            <a:r>
              <a:rPr lang="en-GB" b="1">
                <a:solidFill>
                  <a:schemeClr val="dk1"/>
                </a:solidFill>
                <a:latin typeface="Cambria" panose="02040503050406030204"/>
                <a:ea typeface="Cambria" panose="02040503050406030204"/>
                <a:cs typeface="Cambria" panose="02040503050406030204"/>
                <a:sym typeface="Cambria" panose="02040503050406030204"/>
              </a:rPr>
              <a:t>Information Science and Technology</a:t>
            </a:r>
            <a:endParaRPr sz="1100">
              <a:solidFill>
                <a:schemeClr val="dk1"/>
              </a:solidFill>
            </a:endParaRPr>
          </a:p>
          <a:p>
            <a:pPr marL="0" marR="0" lvl="0" indent="0" algn="l" rtl="0">
              <a:lnSpc>
                <a:spcPct val="100000"/>
              </a:lnSpc>
              <a:spcBef>
                <a:spcPts val="0"/>
              </a:spcBef>
              <a:spcAft>
                <a:spcPts val="0"/>
              </a:spcAft>
              <a:buClr>
                <a:srgbClr val="17365D"/>
              </a:buClr>
              <a:buSzPts val="1400"/>
              <a:buFont typeface="Arial" panose="020B0604020202020204"/>
              <a:buNone/>
            </a:pPr>
            <a:r>
              <a:rPr lang="en-GB" sz="1400" b="1" i="0" u="none" strike="noStrike" cap="none">
                <a:solidFill>
                  <a:schemeClr val="accent1"/>
                </a:solidFill>
                <a:latin typeface="Cambria" panose="02040503050406030204"/>
                <a:ea typeface="Cambria" panose="02040503050406030204"/>
                <a:cs typeface="Cambria" panose="02040503050406030204"/>
                <a:sym typeface="Cambria" panose="02040503050406030204"/>
              </a:rPr>
              <a:t>Name of the HoD:</a:t>
            </a:r>
            <a:r>
              <a:rPr lang="en-GB" b="1">
                <a:solidFill>
                  <a:schemeClr val="accent1"/>
                </a:solidFill>
                <a:latin typeface="Cambria" panose="02040503050406030204"/>
                <a:ea typeface="Cambria" panose="02040503050406030204"/>
                <a:cs typeface="Cambria" panose="02040503050406030204"/>
                <a:sym typeface="Cambria" panose="02040503050406030204"/>
              </a:rPr>
              <a:t> </a:t>
            </a:r>
            <a:r>
              <a:rPr lang="en-GB" b="1">
                <a:solidFill>
                  <a:schemeClr val="dk1"/>
                </a:solidFill>
                <a:latin typeface="Cambria" panose="02040503050406030204"/>
                <a:ea typeface="Cambria" panose="02040503050406030204"/>
                <a:cs typeface="Cambria" panose="02040503050406030204"/>
                <a:sym typeface="Cambria" panose="02040503050406030204"/>
              </a:rPr>
              <a:t>Dr. Pallavi R</a:t>
            </a:r>
            <a:endParaRPr sz="1100">
              <a:solidFill>
                <a:schemeClr val="dk1"/>
              </a:solidFill>
            </a:endParaRPr>
          </a:p>
          <a:p>
            <a:pPr marL="0" marR="0" lvl="0" indent="0" algn="l" rtl="0">
              <a:lnSpc>
                <a:spcPct val="100000"/>
              </a:lnSpc>
              <a:spcBef>
                <a:spcPts val="0"/>
              </a:spcBef>
              <a:spcAft>
                <a:spcPts val="0"/>
              </a:spcAft>
              <a:buNone/>
            </a:pPr>
            <a:r>
              <a:rPr lang="en-GB" sz="1400" b="1" i="0" u="none" strike="noStrike" cap="none">
                <a:solidFill>
                  <a:schemeClr val="accent1"/>
                </a:solidFill>
                <a:latin typeface="Cambria" panose="02040503050406030204"/>
                <a:ea typeface="Cambria" panose="02040503050406030204"/>
                <a:cs typeface="Cambria" panose="02040503050406030204"/>
                <a:sym typeface="Cambria" panose="02040503050406030204"/>
              </a:rPr>
              <a:t>Name of the Program Project Coordinator: </a:t>
            </a:r>
            <a:r>
              <a:rPr lang="en-GB" b="1">
                <a:solidFill>
                  <a:schemeClr val="dk1"/>
                </a:solidFill>
                <a:latin typeface="Cambria" panose="02040503050406030204"/>
                <a:ea typeface="Cambria" panose="02040503050406030204"/>
                <a:cs typeface="Cambria" panose="02040503050406030204"/>
                <a:sym typeface="Cambria" panose="02040503050406030204"/>
              </a:rPr>
              <a:t>Ms. Benitha Christinal J</a:t>
            </a:r>
            <a:endParaRPr sz="1100">
              <a:solidFill>
                <a:schemeClr val="dk1"/>
              </a:solidFill>
            </a:endParaRPr>
          </a:p>
          <a:p>
            <a:pPr marL="0" marR="0" lvl="0" indent="0" algn="l" rtl="0">
              <a:lnSpc>
                <a:spcPct val="100000"/>
              </a:lnSpc>
              <a:spcBef>
                <a:spcPts val="0"/>
              </a:spcBef>
              <a:spcAft>
                <a:spcPts val="0"/>
              </a:spcAft>
              <a:buNone/>
            </a:pPr>
            <a:r>
              <a:rPr lang="en-GB" sz="1400" b="1" i="0" u="none" strike="noStrike" cap="none">
                <a:solidFill>
                  <a:schemeClr val="accent1"/>
                </a:solidFill>
                <a:latin typeface="Cambria" panose="02040503050406030204"/>
                <a:ea typeface="Cambria" panose="02040503050406030204"/>
                <a:cs typeface="Cambria" panose="02040503050406030204"/>
                <a:sym typeface="Cambria" panose="02040503050406030204"/>
              </a:rPr>
              <a:t>Name of the School Project Coordinators: </a:t>
            </a:r>
            <a:r>
              <a:rPr lang="en-GB" sz="1400" b="1" i="0" u="none" strike="noStrike" cap="none">
                <a:solidFill>
                  <a:schemeClr val="dk1"/>
                </a:solidFill>
                <a:latin typeface="Cambria" panose="02040503050406030204"/>
                <a:ea typeface="Cambria" panose="02040503050406030204"/>
                <a:cs typeface="Cambria" panose="02040503050406030204"/>
                <a:sym typeface="Cambria" panose="02040503050406030204"/>
              </a:rPr>
              <a:t>Dr. Sampath A K , Dr. Geetha A </a:t>
            </a:r>
            <a:endParaRPr sz="1400" b="1"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p:txBody>
      </p:sp>
      <p:graphicFrame>
        <p:nvGraphicFramePr>
          <p:cNvPr id="4" name="Table 3"/>
          <p:cNvGraphicFramePr/>
          <p:nvPr/>
        </p:nvGraphicFramePr>
        <p:xfrm>
          <a:off x="221615" y="1876425"/>
          <a:ext cx="4335145" cy="1524000"/>
        </p:xfrm>
        <a:graphic>
          <a:graphicData uri="http://schemas.openxmlformats.org/drawingml/2006/table">
            <a:tbl>
              <a:tblPr firstRow="1" bandRow="1">
                <a:tableStyleId>{5C22544A-7EE6-4342-B048-85BDC9FD1C3A}</a:tableStyleId>
              </a:tblPr>
              <a:tblGrid>
                <a:gridCol w="2180590"/>
                <a:gridCol w="2154555"/>
              </a:tblGrid>
              <a:tr h="381000">
                <a:tc>
                  <a:txBody>
                    <a:bodyPr/>
                    <a:p>
                      <a:pPr marL="0" marR="0" lvl="1" indent="0" algn="just" rtl="0">
                        <a:lnSpc>
                          <a:spcPct val="100000"/>
                        </a:lnSpc>
                        <a:spcBef>
                          <a:spcPts val="0"/>
                        </a:spcBef>
                        <a:spcAft>
                          <a:spcPts val="0"/>
                        </a:spcAft>
                        <a:buClr>
                          <a:srgbClr val="000000"/>
                        </a:buClr>
                        <a:buSzPts val="1400"/>
                        <a:buFont typeface="Arial" panose="020B0604020202020204"/>
                        <a:buNone/>
                      </a:pPr>
                      <a:r>
                        <a:rPr lang="en-GB" sz="1400" b="1" u="none" strike="noStrike" cap="none">
                          <a:solidFill>
                            <a:srgbClr val="17365D"/>
                          </a:solidFill>
                        </a:rPr>
                        <a:t>Roll Number</a:t>
                      </a:r>
                      <a:endParaRPr sz="1400" b="1" u="none" strike="noStrike" cap="none">
                        <a:solidFill>
                          <a:srgbClr val="17365D"/>
                        </a:solidFill>
                      </a:endParaRPr>
                    </a:p>
                  </a:txBody>
                  <a:tcPr marL="68600" marR="68600" marT="34300" marB="34300" anchor="ctr"/>
                </a:tc>
                <a:tc>
                  <a:txBody>
                    <a:bodyPr/>
                    <a:p>
                      <a:pPr marL="0" marR="0" lvl="0" indent="0" algn="just" rtl="0">
                        <a:lnSpc>
                          <a:spcPct val="100000"/>
                        </a:lnSpc>
                        <a:spcBef>
                          <a:spcPts val="0"/>
                        </a:spcBef>
                        <a:spcAft>
                          <a:spcPts val="0"/>
                        </a:spcAft>
                        <a:buClr>
                          <a:srgbClr val="000000"/>
                        </a:buClr>
                        <a:buSzPts val="1400"/>
                        <a:buFont typeface="Arial" panose="020B0604020202020204"/>
                        <a:buNone/>
                      </a:pPr>
                      <a:r>
                        <a:rPr lang="en-GB" sz="1400" b="1" u="none" strike="noStrike" cap="none">
                          <a:solidFill>
                            <a:srgbClr val="17365D"/>
                          </a:solidFill>
                        </a:rPr>
                        <a:t>Student Name</a:t>
                      </a:r>
                      <a:endParaRPr sz="1400" b="1" u="none" strike="noStrike" cap="none">
                        <a:solidFill>
                          <a:srgbClr val="17365D"/>
                        </a:solidFill>
                      </a:endParaRPr>
                    </a:p>
                  </a:txBody>
                  <a:tcPr marL="68600" marR="68600" marT="34300" marB="34300" anchor="ctr"/>
                </a:tc>
              </a:tr>
              <a:tr h="381000">
                <a:tc>
                  <a:txBody>
                    <a:bodyPr/>
                    <a:p>
                      <a:pPr marL="0" marR="0" lvl="0" indent="0" algn="just" rtl="0">
                        <a:lnSpc>
                          <a:spcPct val="100000"/>
                        </a:lnSpc>
                        <a:spcBef>
                          <a:spcPts val="0"/>
                        </a:spcBef>
                        <a:spcAft>
                          <a:spcPts val="0"/>
                        </a:spcAft>
                        <a:buClr>
                          <a:srgbClr val="000000"/>
                        </a:buClr>
                        <a:buSzPts val="1400"/>
                        <a:buFont typeface="Arial" panose="020B0604020202020204"/>
                        <a:buNone/>
                      </a:pPr>
                      <a:r>
                        <a:rPr lang="en-GB"/>
                        <a:t>Gangula Suresh Reddy</a:t>
                      </a:r>
                      <a:endParaRPr lang="en-GB"/>
                    </a:p>
                  </a:txBody>
                  <a:tcPr marL="68600" marR="68600" marT="34300" marB="34300" anchor="ctr"/>
                </a:tc>
                <a:tc>
                  <a:txBody>
                    <a:bodyPr/>
                    <a:p>
                      <a:pPr marL="0" marR="0" lvl="0" indent="0" algn="just" rtl="0">
                        <a:lnSpc>
                          <a:spcPct val="100000"/>
                        </a:lnSpc>
                        <a:spcBef>
                          <a:spcPts val="0"/>
                        </a:spcBef>
                        <a:spcAft>
                          <a:spcPts val="0"/>
                        </a:spcAft>
                        <a:buClr>
                          <a:srgbClr val="000000"/>
                        </a:buClr>
                        <a:buSzPts val="1400"/>
                        <a:buFont typeface="Arial" panose="020B0604020202020204"/>
                        <a:buNone/>
                      </a:pPr>
                      <a:r>
                        <a:rPr lang="en-GB"/>
                        <a:t>20221IST0067</a:t>
                      </a:r>
                      <a:endParaRPr lang="en-GB"/>
                    </a:p>
                  </a:txBody>
                  <a:tcPr marL="68600" marR="68600" marT="34300" marB="34300" anchor="ctr"/>
                </a:tc>
              </a:tr>
              <a:tr h="381000">
                <a:tc>
                  <a:txBody>
                    <a:bodyPr/>
                    <a:p>
                      <a:pPr marL="0" marR="0" lvl="0" indent="0" algn="just" rtl="0">
                        <a:lnSpc>
                          <a:spcPct val="100000"/>
                        </a:lnSpc>
                        <a:spcBef>
                          <a:spcPts val="0"/>
                        </a:spcBef>
                        <a:spcAft>
                          <a:spcPts val="0"/>
                        </a:spcAft>
                        <a:buClr>
                          <a:srgbClr val="000000"/>
                        </a:buClr>
                        <a:buSzPts val="1400"/>
                        <a:buFont typeface="Arial" panose="020B0604020202020204"/>
                        <a:buNone/>
                      </a:pPr>
                      <a:r>
                        <a:rPr lang="en-GB"/>
                        <a:t>Abhinav S</a:t>
                      </a:r>
                      <a:endParaRPr sz="1400" u="none" strike="noStrike" cap="none"/>
                    </a:p>
                  </a:txBody>
                  <a:tcPr marL="68600" marR="68600" marT="34300" marB="34300" anchor="ctr"/>
                </a:tc>
                <a:tc>
                  <a:txBody>
                    <a:bodyPr/>
                    <a:p>
                      <a:pPr marL="0" marR="0" lvl="0" indent="0" algn="just" rtl="0">
                        <a:lnSpc>
                          <a:spcPct val="100000"/>
                        </a:lnSpc>
                        <a:spcBef>
                          <a:spcPts val="0"/>
                        </a:spcBef>
                        <a:spcAft>
                          <a:spcPts val="0"/>
                        </a:spcAft>
                        <a:buClr>
                          <a:srgbClr val="000000"/>
                        </a:buClr>
                        <a:buSzPts val="1400"/>
                        <a:buFont typeface="Arial" panose="020B0604020202020204"/>
                        <a:buNone/>
                      </a:pPr>
                      <a:r>
                        <a:rPr lang="en-GB"/>
                        <a:t>20221IST0064</a:t>
                      </a:r>
                      <a:endParaRPr sz="1400" u="none" strike="noStrike" cap="none"/>
                    </a:p>
                  </a:txBody>
                  <a:tcPr marL="68600" marR="68600" marT="34300" marB="34300" anchor="ctr"/>
                </a:tc>
              </a:tr>
              <a:tr h="381000">
                <a:tc>
                  <a:txBody>
                    <a:bodyPr/>
                    <a:p>
                      <a:pPr marL="0" marR="0" lvl="0" indent="0" algn="just" rtl="0">
                        <a:lnSpc>
                          <a:spcPct val="100000"/>
                        </a:lnSpc>
                        <a:spcBef>
                          <a:spcPts val="0"/>
                        </a:spcBef>
                        <a:spcAft>
                          <a:spcPts val="0"/>
                        </a:spcAft>
                        <a:buClr>
                          <a:srgbClr val="000000"/>
                        </a:buClr>
                        <a:buSzPts val="1400"/>
                        <a:buFont typeface="Arial" panose="020B0604020202020204"/>
                        <a:buNone/>
                      </a:pPr>
                      <a:r>
                        <a:rPr lang="en-GB"/>
                        <a:t>Kadavakolla Likhitha</a:t>
                      </a:r>
                      <a:endParaRPr sz="1400" u="none" strike="noStrike" cap="none"/>
                    </a:p>
                  </a:txBody>
                  <a:tcPr marL="68600" marR="68600" marT="34300" marB="34300" anchor="ctr"/>
                </a:tc>
                <a:tc>
                  <a:txBody>
                    <a:bodyPr/>
                    <a:p>
                      <a:pPr marL="0" marR="0" lvl="0" indent="0" algn="just" rtl="0">
                        <a:lnSpc>
                          <a:spcPct val="100000"/>
                        </a:lnSpc>
                        <a:spcBef>
                          <a:spcPts val="0"/>
                        </a:spcBef>
                        <a:spcAft>
                          <a:spcPts val="0"/>
                        </a:spcAft>
                        <a:buClr>
                          <a:srgbClr val="000000"/>
                        </a:buClr>
                        <a:buSzPts val="1400"/>
                        <a:buFont typeface="Arial" panose="020B0604020202020204"/>
                        <a:buNone/>
                      </a:pPr>
                      <a:r>
                        <a:rPr lang="en-GB"/>
                        <a:t>20221IST0021</a:t>
                      </a:r>
                      <a:endParaRPr sz="1400" u="none" strike="noStrike" cap="none"/>
                    </a:p>
                  </a:txBody>
                  <a:tcPr marL="68600" marR="68600" marT="34300" marB="34300" anchor="ct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6"/>
          <p:cNvSpPr txBox="1">
            <a:spLocks noGrp="1"/>
          </p:cNvSpPr>
          <p:nvPr>
            <p:ph type="title"/>
          </p:nvPr>
        </p:nvSpPr>
        <p:spPr>
          <a:xfrm>
            <a:off x="609600" y="205978"/>
            <a:ext cx="8001000" cy="365625"/>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rgbClr val="17365D"/>
              </a:buClr>
              <a:buSzPts val="2100"/>
              <a:buFont typeface="Verdana" panose="020B0604030504040204"/>
              <a:buNone/>
            </a:pPr>
            <a:r>
              <a:rPr lang="en-GB" dirty="0">
                <a:latin typeface="Cambria" panose="02040503050406030204"/>
                <a:ea typeface="Cambria" panose="02040503050406030204"/>
                <a:cs typeface="Cambria" panose="02040503050406030204"/>
                <a:sym typeface="Cambria" panose="02040503050406030204"/>
              </a:rPr>
              <a:t>Problem Statement Number: SIH25102 </a:t>
            </a:r>
            <a:endParaRPr dirty="0">
              <a:latin typeface="Cambria" panose="02040503050406030204"/>
              <a:ea typeface="Cambria" panose="02040503050406030204"/>
              <a:cs typeface="Cambria" panose="02040503050406030204"/>
              <a:sym typeface="Cambria" panose="02040503050406030204"/>
            </a:endParaRPr>
          </a:p>
        </p:txBody>
      </p:sp>
      <p:sp>
        <p:nvSpPr>
          <p:cNvPr id="143" name="Google Shape;143;p26"/>
          <p:cNvSpPr txBox="1">
            <a:spLocks noGrp="1"/>
          </p:cNvSpPr>
          <p:nvPr>
            <p:ph type="body" idx="1"/>
          </p:nvPr>
        </p:nvSpPr>
        <p:spPr>
          <a:xfrm>
            <a:off x="609600" y="857251"/>
            <a:ext cx="8001000" cy="3714750"/>
          </a:xfrm>
          <a:prstGeom prst="rect">
            <a:avLst/>
          </a:prstGeom>
          <a:noFill/>
          <a:ln>
            <a:noFill/>
          </a:ln>
        </p:spPr>
        <p:txBody>
          <a:bodyPr spcFirstLastPara="1" wrap="square" lIns="68575" tIns="34275" rIns="68575" bIns="34275" anchor="t" anchorCtr="0">
            <a:normAutofit fontScale="77500" lnSpcReduction="20000"/>
          </a:bodyPr>
          <a:lstStyle/>
          <a:p>
            <a:pPr marL="254000" lvl="0" indent="-139700" algn="just" rtl="0">
              <a:lnSpc>
                <a:spcPct val="100000"/>
              </a:lnSpc>
              <a:spcBef>
                <a:spcPts val="0"/>
              </a:spcBef>
              <a:spcAft>
                <a:spcPts val="0"/>
              </a:spcAft>
              <a:buSzPct val="100000"/>
              <a:buNone/>
            </a:pPr>
            <a:r>
              <a:rPr lang="en-GB" b="1" dirty="0">
                <a:latin typeface="Cambria" panose="02040503050406030204"/>
                <a:ea typeface="Cambria" panose="02040503050406030204"/>
                <a:cs typeface="Cambria" panose="02040503050406030204"/>
                <a:sym typeface="Cambria" panose="02040503050406030204"/>
              </a:rPr>
              <a:t>Organization</a:t>
            </a:r>
            <a:r>
              <a:rPr lang="en-GB" dirty="0">
                <a:latin typeface="Cambria" panose="02040503050406030204"/>
                <a:ea typeface="Cambria" panose="02040503050406030204"/>
                <a:cs typeface="Cambria" panose="02040503050406030204"/>
                <a:sym typeface="Cambria" panose="02040503050406030204"/>
              </a:rPr>
              <a:t>: Government of Rajasthan </a:t>
            </a:r>
            <a:endParaRPr dirty="0">
              <a:latin typeface="Cambria" panose="02040503050406030204"/>
              <a:ea typeface="Cambria" panose="02040503050406030204"/>
              <a:cs typeface="Cambria" panose="02040503050406030204"/>
              <a:sym typeface="Cambria" panose="02040503050406030204"/>
            </a:endParaRPr>
          </a:p>
          <a:p>
            <a:pPr marL="254000" lvl="0" indent="-139700" algn="just" rtl="0">
              <a:lnSpc>
                <a:spcPct val="100000"/>
              </a:lnSpc>
              <a:spcBef>
                <a:spcPts val="0"/>
              </a:spcBef>
              <a:spcAft>
                <a:spcPts val="0"/>
              </a:spcAft>
              <a:buSzPct val="100000"/>
              <a:buNone/>
            </a:pPr>
            <a:endParaRPr dirty="0">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SzPct val="100000"/>
              <a:buNone/>
            </a:pPr>
            <a:r>
              <a:rPr lang="en-GB" b="1" dirty="0">
                <a:latin typeface="Cambria" panose="02040503050406030204"/>
                <a:ea typeface="Cambria" panose="02040503050406030204"/>
                <a:cs typeface="Cambria" panose="02040503050406030204"/>
                <a:sym typeface="Cambria" panose="02040503050406030204"/>
              </a:rPr>
              <a:t>Category (Hardware / Software / Both)</a:t>
            </a:r>
            <a:r>
              <a:rPr lang="en-GB" dirty="0">
                <a:latin typeface="Cambria" panose="02040503050406030204"/>
                <a:ea typeface="Cambria" panose="02040503050406030204"/>
                <a:cs typeface="Cambria" panose="02040503050406030204"/>
                <a:sym typeface="Cambria" panose="02040503050406030204"/>
              </a:rPr>
              <a:t> : Software</a:t>
            </a:r>
            <a:endParaRPr dirty="0"/>
          </a:p>
          <a:p>
            <a:pPr marL="114300" indent="0">
              <a:lnSpc>
                <a:spcPct val="160000"/>
              </a:lnSpc>
              <a:buNone/>
            </a:pPr>
            <a:r>
              <a:rPr lang="en-GB" sz="1700" b="1" dirty="0">
                <a:latin typeface="+mn-lt"/>
                <a:ea typeface="Cambria" panose="02040503050406030204"/>
                <a:cs typeface="Cambria" panose="02040503050406030204"/>
                <a:sym typeface="Cambria" panose="02040503050406030204"/>
              </a:rPr>
              <a:t>Problem Description:</a:t>
            </a:r>
            <a:r>
              <a:rPr lang="en-GB" sz="1700" dirty="0">
                <a:latin typeface="+mn-lt"/>
                <a:ea typeface="Cambria" panose="02040503050406030204"/>
                <a:cs typeface="Cambria" panose="02040503050406030204"/>
                <a:sym typeface="Cambria" panose="02040503050406030204"/>
              </a:rPr>
              <a:t> </a:t>
            </a:r>
            <a:r>
              <a:rPr lang="en-US" sz="1700" dirty="0">
                <a:latin typeface="+mn-lt"/>
              </a:rPr>
              <a:t>The project aims to build a system that helps colleges identify students who are at risk of dropping out before it is too late. Currently, attendance, marks, fee status, and subject attempts are stored in different files, making it difficult for teachers to notice patterns of struggle early. As a result, many students disengage and fail without receiving timely support. The proposed solution will bring all student information together in one place, apply simple rules and lightweight machine learning to spot students who show warning signs, and highlight them using easy </a:t>
            </a:r>
            <a:r>
              <a:rPr lang="en-US" sz="1700" dirty="0" err="1">
                <a:latin typeface="+mn-lt"/>
              </a:rPr>
              <a:t>colour</a:t>
            </a:r>
            <a:r>
              <a:rPr lang="en-US" sz="1700" dirty="0">
                <a:latin typeface="+mn-lt"/>
              </a:rPr>
              <a:t> codes. The system will be straightforward to use, require minimal training, and support regular monitoring by mentors and counsellors. By using existing data and avoiding complex tools, the solution will help institutions act early, support vulnerable learners, and reduce dropout rates effectively.</a:t>
            </a:r>
            <a:endParaRPr lang="en-US" sz="1700" dirty="0">
              <a:latin typeface="+mn-lt"/>
            </a:endParaRPr>
          </a:p>
          <a:p>
            <a:pPr marL="254000" lvl="0" indent="-139700" algn="just">
              <a:lnSpc>
                <a:spcPct val="200000"/>
              </a:lnSpc>
              <a:spcBef>
                <a:spcPts val="0"/>
              </a:spcBef>
              <a:buSzPct val="1000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7"/>
          <p:cNvSpPr txBox="1">
            <a:spLocks noGrp="1"/>
          </p:cNvSpPr>
          <p:nvPr>
            <p:ph type="title"/>
          </p:nvPr>
        </p:nvSpPr>
        <p:spPr>
          <a:xfrm>
            <a:off x="609600" y="205978"/>
            <a:ext cx="8001000" cy="365625"/>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rgbClr val="17365D"/>
              </a:buClr>
              <a:buSzPts val="2100"/>
              <a:buFont typeface="Verdana" panose="020B0604030504040204"/>
              <a:buNone/>
            </a:pPr>
            <a:r>
              <a:rPr lang="en-GB">
                <a:latin typeface="Cambria" panose="02040503050406030204"/>
                <a:ea typeface="Cambria" panose="02040503050406030204"/>
                <a:cs typeface="Cambria" panose="02040503050406030204"/>
                <a:sym typeface="Cambria" panose="02040503050406030204"/>
              </a:rPr>
              <a:t>Content</a:t>
            </a:r>
            <a:endParaRPr>
              <a:latin typeface="Cambria" panose="02040503050406030204"/>
              <a:ea typeface="Cambria" panose="02040503050406030204"/>
              <a:cs typeface="Cambria" panose="02040503050406030204"/>
              <a:sym typeface="Cambria" panose="02040503050406030204"/>
            </a:endParaRPr>
          </a:p>
        </p:txBody>
      </p:sp>
      <p:sp>
        <p:nvSpPr>
          <p:cNvPr id="149" name="Google Shape;149;p27"/>
          <p:cNvSpPr txBox="1">
            <a:spLocks noGrp="1"/>
          </p:cNvSpPr>
          <p:nvPr>
            <p:ph type="body" idx="1"/>
          </p:nvPr>
        </p:nvSpPr>
        <p:spPr>
          <a:xfrm>
            <a:off x="491825" y="835300"/>
            <a:ext cx="8412600" cy="4577700"/>
          </a:xfrm>
          <a:prstGeom prst="rect">
            <a:avLst/>
          </a:prstGeom>
          <a:noFill/>
          <a:ln>
            <a:noFill/>
          </a:ln>
        </p:spPr>
        <p:txBody>
          <a:bodyPr spcFirstLastPara="1" wrap="square" lIns="68575" tIns="34275" rIns="68575" bIns="34275" anchor="t" anchorCtr="0">
            <a:normAutofit/>
          </a:bodyPr>
          <a:lstStyle/>
          <a:p>
            <a:pPr marL="368300" lvl="0" indent="-242570" algn="just" rtl="0">
              <a:lnSpc>
                <a:spcPct val="150000"/>
              </a:lnSpc>
              <a:spcBef>
                <a:spcPts val="0"/>
              </a:spcBef>
              <a:spcAft>
                <a:spcPts val="0"/>
              </a:spcAft>
              <a:buSzPct val="144000"/>
              <a:buFont typeface="Arial" panose="020B0604020202020204"/>
              <a:buChar char="•"/>
            </a:pPr>
            <a:r>
              <a:rPr lang="en-GB">
                <a:latin typeface="Cambria" panose="02040503050406030204"/>
                <a:ea typeface="Cambria" panose="02040503050406030204"/>
                <a:cs typeface="Cambria" panose="02040503050406030204"/>
                <a:sym typeface="Cambria" panose="02040503050406030204"/>
              </a:rPr>
              <a:t>Problem Statement</a:t>
            </a:r>
            <a:endParaRPr lang="en-GB">
              <a:latin typeface="Cambria" panose="02040503050406030204"/>
              <a:ea typeface="Cambria" panose="02040503050406030204"/>
              <a:cs typeface="Cambria" panose="02040503050406030204"/>
              <a:sym typeface="Cambria" panose="02040503050406030204"/>
            </a:endParaRPr>
          </a:p>
          <a:p>
            <a:pPr marL="368300" lvl="0" indent="-242570" algn="just" rtl="0">
              <a:lnSpc>
                <a:spcPct val="150000"/>
              </a:lnSpc>
              <a:spcBef>
                <a:spcPts val="0"/>
              </a:spcBef>
              <a:spcAft>
                <a:spcPts val="0"/>
              </a:spcAft>
              <a:buSzPct val="144000"/>
              <a:buFont typeface="Arial" panose="020B0604020202020204"/>
              <a:buChar char="•"/>
            </a:pPr>
            <a:r>
              <a:rPr lang="en-GB">
                <a:latin typeface="Cambria" panose="02040503050406030204"/>
                <a:ea typeface="Cambria" panose="02040503050406030204"/>
                <a:cs typeface="Cambria" panose="02040503050406030204"/>
                <a:sym typeface="Cambria" panose="02040503050406030204"/>
              </a:rPr>
              <a:t>Objectives</a:t>
            </a:r>
            <a:endParaRPr>
              <a:latin typeface="Cambria" panose="02040503050406030204"/>
              <a:ea typeface="Cambria" panose="02040503050406030204"/>
              <a:cs typeface="Cambria" panose="02040503050406030204"/>
              <a:sym typeface="Cambria" panose="02040503050406030204"/>
            </a:endParaRPr>
          </a:p>
          <a:p>
            <a:pPr marL="368300" lvl="0" indent="-242570" algn="just" rtl="0">
              <a:lnSpc>
                <a:spcPct val="150000"/>
              </a:lnSpc>
              <a:spcBef>
                <a:spcPts val="0"/>
              </a:spcBef>
              <a:spcAft>
                <a:spcPts val="0"/>
              </a:spcAft>
              <a:buSzPct val="144000"/>
              <a:buFont typeface="Arial" panose="020B0604020202020204"/>
              <a:buChar char="•"/>
            </a:pPr>
            <a:r>
              <a:rPr lang="en-GB">
                <a:latin typeface="Cambria" panose="02040503050406030204"/>
                <a:ea typeface="Cambria" panose="02040503050406030204"/>
                <a:cs typeface="Cambria" panose="02040503050406030204"/>
                <a:sym typeface="Cambria" panose="02040503050406030204"/>
              </a:rPr>
              <a:t>Background and Related work for title Selection</a:t>
            </a:r>
            <a:endParaRPr lang="en-GB">
              <a:latin typeface="Cambria" panose="02040503050406030204"/>
              <a:ea typeface="Cambria" panose="02040503050406030204"/>
              <a:cs typeface="Cambria" panose="02040503050406030204"/>
              <a:sym typeface="Cambria" panose="02040503050406030204"/>
            </a:endParaRPr>
          </a:p>
          <a:p>
            <a:pPr marL="368300" lvl="0" indent="-242570" algn="just" rtl="0">
              <a:lnSpc>
                <a:spcPct val="150000"/>
              </a:lnSpc>
              <a:spcBef>
                <a:spcPts val="0"/>
              </a:spcBef>
              <a:spcAft>
                <a:spcPts val="0"/>
              </a:spcAft>
              <a:buSzPct val="144000"/>
              <a:buFont typeface="Arial" panose="020B0604020202020204"/>
              <a:buChar char="•"/>
            </a:pPr>
            <a:r>
              <a:rPr lang="en-GB">
                <a:latin typeface="Cambria" panose="02040503050406030204"/>
                <a:ea typeface="Cambria" panose="02040503050406030204"/>
                <a:cs typeface="Cambria" panose="02040503050406030204"/>
                <a:sym typeface="Cambria" panose="02040503050406030204"/>
              </a:rPr>
              <a:t>Analysis of Problem Statement</a:t>
            </a:r>
            <a:endParaRPr lang="en-GB">
              <a:latin typeface="Cambria" panose="02040503050406030204"/>
              <a:ea typeface="Cambria" panose="02040503050406030204"/>
              <a:cs typeface="Cambria" panose="02040503050406030204"/>
              <a:sym typeface="Cambria" panose="02040503050406030204"/>
            </a:endParaRPr>
          </a:p>
          <a:p>
            <a:pPr marL="368300" lvl="0" indent="-242570" algn="just" rtl="0">
              <a:lnSpc>
                <a:spcPct val="150000"/>
              </a:lnSpc>
              <a:spcBef>
                <a:spcPts val="0"/>
              </a:spcBef>
              <a:spcAft>
                <a:spcPts val="0"/>
              </a:spcAft>
              <a:buSzPct val="144000"/>
              <a:buFont typeface="Arial" panose="020B0604020202020204"/>
              <a:buChar char="•"/>
            </a:pPr>
            <a:r>
              <a:rPr lang="en-GB">
                <a:latin typeface="Cambria" panose="02040503050406030204"/>
                <a:ea typeface="Cambria" panose="02040503050406030204"/>
                <a:cs typeface="Cambria" panose="02040503050406030204"/>
                <a:sym typeface="Cambria" panose="02040503050406030204"/>
              </a:rPr>
              <a:t>Innovation or Novel Contributions</a:t>
            </a:r>
            <a:endParaRPr sz="2400">
              <a:latin typeface="Cambria" panose="02040503050406030204"/>
              <a:ea typeface="Cambria" panose="02040503050406030204"/>
              <a:cs typeface="Cambria" panose="02040503050406030204"/>
              <a:sym typeface="Cambria" panose="02040503050406030204"/>
            </a:endParaRPr>
          </a:p>
          <a:p>
            <a:pPr marL="368300" lvl="0" indent="-242570" algn="just" rtl="0">
              <a:lnSpc>
                <a:spcPct val="150000"/>
              </a:lnSpc>
              <a:spcBef>
                <a:spcPts val="0"/>
              </a:spcBef>
              <a:spcAft>
                <a:spcPts val="0"/>
              </a:spcAft>
              <a:buSzPct val="144000"/>
              <a:buFont typeface="Arial" panose="020B0604020202020204"/>
              <a:buChar char="•"/>
            </a:pPr>
            <a:r>
              <a:rPr lang="en-GB">
                <a:latin typeface="Cambria" panose="02040503050406030204"/>
                <a:ea typeface="Cambria" panose="02040503050406030204"/>
                <a:cs typeface="Cambria" panose="02040503050406030204"/>
                <a:sym typeface="Cambria" panose="02040503050406030204"/>
              </a:rPr>
              <a:t>Git-hub Link</a:t>
            </a:r>
            <a:endParaRPr>
              <a:latin typeface="Cambria" panose="02040503050406030204"/>
              <a:ea typeface="Cambria" panose="02040503050406030204"/>
              <a:cs typeface="Cambria" panose="02040503050406030204"/>
              <a:sym typeface="Cambria" panose="02040503050406030204"/>
            </a:endParaRPr>
          </a:p>
          <a:p>
            <a:pPr marL="368300" lvl="0" indent="-242570" algn="just" rtl="0">
              <a:lnSpc>
                <a:spcPct val="150000"/>
              </a:lnSpc>
              <a:spcBef>
                <a:spcPts val="0"/>
              </a:spcBef>
              <a:spcAft>
                <a:spcPts val="0"/>
              </a:spcAft>
              <a:buClr>
                <a:schemeClr val="dk1"/>
              </a:buClr>
              <a:buSzPct val="144000"/>
              <a:buFont typeface="Arial" panose="020B0604020202020204"/>
              <a:buChar char="•"/>
            </a:pPr>
            <a:r>
              <a:rPr lang="en-GB">
                <a:latin typeface="Cambria" panose="02040503050406030204"/>
                <a:ea typeface="Cambria" panose="02040503050406030204"/>
                <a:cs typeface="Cambria" panose="02040503050406030204"/>
                <a:sym typeface="Cambria" panose="02040503050406030204"/>
              </a:rPr>
              <a:t>Timeline of the Project</a:t>
            </a:r>
            <a:endParaRPr lang="en-GB">
              <a:latin typeface="Cambria" panose="02040503050406030204"/>
              <a:ea typeface="Cambria" panose="02040503050406030204"/>
              <a:cs typeface="Cambria" panose="02040503050406030204"/>
              <a:sym typeface="Cambria" panose="02040503050406030204"/>
            </a:endParaRPr>
          </a:p>
          <a:p>
            <a:pPr marL="368300" lvl="0" indent="-242570" algn="just" rtl="0">
              <a:lnSpc>
                <a:spcPct val="150000"/>
              </a:lnSpc>
              <a:spcBef>
                <a:spcPts val="0"/>
              </a:spcBef>
              <a:spcAft>
                <a:spcPts val="0"/>
              </a:spcAft>
              <a:buClr>
                <a:schemeClr val="dk1"/>
              </a:buClr>
              <a:buSzPct val="144000"/>
              <a:buFont typeface="Arial" panose="020B0604020202020204"/>
              <a:buChar char="•"/>
            </a:pPr>
            <a:r>
              <a:rPr lang="en-GB">
                <a:latin typeface="Cambria" panose="02040503050406030204"/>
                <a:ea typeface="Cambria" panose="02040503050406030204"/>
                <a:cs typeface="Cambria" panose="02040503050406030204"/>
                <a:sym typeface="Cambria" panose="02040503050406030204"/>
              </a:rPr>
              <a:t>References</a:t>
            </a:r>
            <a:endParaRPr lang="en-GB">
              <a:latin typeface="Cambria" panose="02040503050406030204"/>
              <a:ea typeface="Cambria" panose="02040503050406030204"/>
              <a:cs typeface="Cambria" panose="02040503050406030204"/>
              <a:sym typeface="Cambria" panose="02040503050406030204"/>
            </a:endParaRPr>
          </a:p>
          <a:p>
            <a:pPr marL="368300" lvl="0" indent="-139700" algn="just" rtl="0">
              <a:lnSpc>
                <a:spcPct val="200000"/>
              </a:lnSpc>
              <a:spcBef>
                <a:spcPts val="0"/>
              </a:spcBef>
              <a:spcAft>
                <a:spcPts val="0"/>
              </a:spcAft>
              <a:buClr>
                <a:schemeClr val="dk1"/>
              </a:buClr>
              <a:buSzPct val="144000"/>
              <a:buFont typeface="Noto Sans Symbols"/>
              <a:buNone/>
            </a:pPr>
            <a:endParaRPr>
              <a:latin typeface="Cambria" panose="02040503050406030204"/>
              <a:ea typeface="Cambria" panose="02040503050406030204"/>
              <a:cs typeface="Cambria" panose="02040503050406030204"/>
              <a:sym typeface="Cambria" panose="02040503050406030204"/>
            </a:endParaRPr>
          </a:p>
          <a:p>
            <a:pPr marL="368300" lvl="0" indent="-139700" algn="just" rtl="0">
              <a:lnSpc>
                <a:spcPct val="200000"/>
              </a:lnSpc>
              <a:spcBef>
                <a:spcPts val="0"/>
              </a:spcBef>
              <a:spcAft>
                <a:spcPts val="0"/>
              </a:spcAft>
              <a:buClr>
                <a:schemeClr val="dk1"/>
              </a:buClr>
              <a:buSzPct val="144000"/>
              <a:buFont typeface="Noto Sans Symbols"/>
              <a:buNone/>
            </a:pPr>
            <a:endParaRPr>
              <a:latin typeface="Cambria" panose="02040503050406030204"/>
              <a:ea typeface="Cambria" panose="02040503050406030204"/>
              <a:cs typeface="Cambria" panose="02040503050406030204"/>
              <a:sym typeface="Cambria" panose="02040503050406030204"/>
            </a:endParaRPr>
          </a:p>
          <a:p>
            <a:pPr marL="368300" lvl="0" indent="-139700" algn="just" rtl="0">
              <a:lnSpc>
                <a:spcPct val="200000"/>
              </a:lnSpc>
              <a:spcBef>
                <a:spcPts val="0"/>
              </a:spcBef>
              <a:spcAft>
                <a:spcPts val="0"/>
              </a:spcAft>
              <a:buClr>
                <a:schemeClr val="dk1"/>
              </a:buClr>
              <a:buSzPct val="144000"/>
              <a:buFont typeface="Noto Sans Symbols"/>
              <a:buNone/>
            </a:pPr>
            <a:endParaRPr>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8"/>
          <p:cNvSpPr txBox="1">
            <a:spLocks noGrp="1"/>
          </p:cNvSpPr>
          <p:nvPr>
            <p:ph type="title"/>
          </p:nvPr>
        </p:nvSpPr>
        <p:spPr>
          <a:xfrm>
            <a:off x="609600" y="205978"/>
            <a:ext cx="8001000" cy="365625"/>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rgbClr val="17365D"/>
              </a:buClr>
              <a:buSzPts val="2100"/>
              <a:buFont typeface="Verdana" panose="020B0604030504040204"/>
              <a:buNone/>
            </a:pPr>
            <a:r>
              <a:rPr lang="en-GB">
                <a:latin typeface="Cambria" panose="02040503050406030204"/>
                <a:ea typeface="Cambria" panose="02040503050406030204"/>
                <a:cs typeface="Cambria" panose="02040503050406030204"/>
                <a:sym typeface="Cambria" panose="02040503050406030204"/>
              </a:rPr>
              <a:t>Content (continuation)..</a:t>
            </a:r>
            <a:endParaRPr>
              <a:latin typeface="Cambria" panose="02040503050406030204"/>
              <a:ea typeface="Cambria" panose="02040503050406030204"/>
              <a:cs typeface="Cambria" panose="02040503050406030204"/>
              <a:sym typeface="Cambria" panose="02040503050406030204"/>
            </a:endParaRPr>
          </a:p>
        </p:txBody>
      </p:sp>
      <p:sp>
        <p:nvSpPr>
          <p:cNvPr id="155" name="Google Shape;155;p28"/>
          <p:cNvSpPr txBox="1">
            <a:spLocks noGrp="1"/>
          </p:cNvSpPr>
          <p:nvPr>
            <p:ph type="body" idx="1"/>
          </p:nvPr>
        </p:nvSpPr>
        <p:spPr>
          <a:xfrm>
            <a:off x="491824" y="835300"/>
            <a:ext cx="8118775" cy="3607160"/>
          </a:xfrm>
          <a:prstGeom prst="rect">
            <a:avLst/>
          </a:prstGeom>
          <a:noFill/>
          <a:ln>
            <a:noFill/>
          </a:ln>
        </p:spPr>
        <p:txBody>
          <a:bodyPr spcFirstLastPara="1" wrap="square" lIns="68575" tIns="34275" rIns="68575" bIns="34275" anchor="t" anchorCtr="0">
            <a:normAutofit/>
          </a:bodyPr>
          <a:lstStyle/>
          <a:p>
            <a:pPr marL="125095" lvl="0" indent="0" algn="just">
              <a:lnSpc>
                <a:spcPct val="170000"/>
              </a:lnSpc>
              <a:spcBef>
                <a:spcPts val="0"/>
              </a:spcBef>
              <a:buSzPct val="114000"/>
              <a:buNone/>
            </a:pPr>
            <a:r>
              <a:rPr lang="en-US" sz="1600" b="1" dirty="0">
                <a:latin typeface="Cambria" panose="02040503050406030204"/>
                <a:ea typeface="Cambria" panose="02040503050406030204"/>
                <a:cs typeface="Cambria" panose="02040503050406030204"/>
                <a:sym typeface="Cambria" panose="02040503050406030204"/>
              </a:rPr>
              <a:t>Problem Statement</a:t>
            </a:r>
            <a:r>
              <a:rPr lang="en-US" sz="1600" dirty="0">
                <a:latin typeface="Cambria" panose="02040503050406030204"/>
                <a:ea typeface="Cambria" panose="02040503050406030204"/>
                <a:cs typeface="Cambria" panose="02040503050406030204"/>
                <a:sym typeface="Cambria" panose="02040503050406030204"/>
              </a:rPr>
              <a:t>: </a:t>
            </a:r>
            <a:r>
              <a:rPr lang="en-US" sz="1600" dirty="0"/>
              <a:t>AI-based drop-out prediction and counseling system</a:t>
            </a:r>
            <a:endParaRPr lang="en-US" sz="1600" dirty="0"/>
          </a:p>
          <a:p>
            <a:pPr marL="125095" lvl="0" indent="0" algn="just">
              <a:lnSpc>
                <a:spcPct val="170000"/>
              </a:lnSpc>
              <a:spcBef>
                <a:spcPts val="0"/>
              </a:spcBef>
              <a:buSzPct val="114000"/>
              <a:buNone/>
            </a:pPr>
            <a:r>
              <a:rPr lang="en-US" sz="1600" b="1" dirty="0">
                <a:latin typeface="Cambria" panose="02040503050406030204"/>
                <a:ea typeface="Cambria" panose="02040503050406030204"/>
                <a:cs typeface="Cambria" panose="02040503050406030204"/>
                <a:sym typeface="Cambria" panose="02040503050406030204"/>
              </a:rPr>
              <a:t>Objectives</a:t>
            </a:r>
            <a:r>
              <a:rPr lang="en-US" sz="1600" dirty="0">
                <a:latin typeface="Cambria" panose="02040503050406030204"/>
                <a:ea typeface="Cambria" panose="02040503050406030204"/>
                <a:cs typeface="Cambria" panose="02040503050406030204"/>
                <a:sym typeface="Cambria" panose="02040503050406030204"/>
              </a:rPr>
              <a:t>: -</a:t>
            </a:r>
            <a:endParaRPr lang="en-US" sz="1600" dirty="0">
              <a:latin typeface="Cambria" panose="02040503050406030204"/>
              <a:ea typeface="Cambria" panose="02040503050406030204"/>
              <a:cs typeface="Cambria" panose="02040503050406030204"/>
              <a:sym typeface="Cambria" panose="02040503050406030204"/>
            </a:endParaRPr>
          </a:p>
          <a:p>
            <a:pPr marL="410845" indent="-285750" algn="just">
              <a:lnSpc>
                <a:spcPct val="170000"/>
              </a:lnSpc>
              <a:spcBef>
                <a:spcPts val="0"/>
              </a:spcBef>
              <a:buSzPct val="114000"/>
              <a:buFont typeface="Arial" panose="020B0604020202020204" pitchFamily="34" charset="0"/>
              <a:buChar char="•"/>
            </a:pPr>
            <a:r>
              <a:rPr lang="en-US" sz="1600" dirty="0"/>
              <a:t>Identify students who are at risk of dropping out early.</a:t>
            </a:r>
            <a:endParaRPr lang="en-US" sz="1600" dirty="0"/>
          </a:p>
          <a:p>
            <a:pPr marL="410845" indent="-285750" algn="just">
              <a:lnSpc>
                <a:spcPct val="170000"/>
              </a:lnSpc>
              <a:spcBef>
                <a:spcPts val="0"/>
              </a:spcBef>
              <a:buSzPct val="114000"/>
              <a:buFont typeface="Arial" panose="020B0604020202020204" pitchFamily="34" charset="0"/>
              <a:buChar char="•"/>
            </a:pPr>
            <a:r>
              <a:rPr lang="en-US" sz="1600" dirty="0"/>
              <a:t>Combine attendance, marks, and other records into one system.</a:t>
            </a:r>
            <a:endParaRPr lang="en-US" sz="1600" dirty="0"/>
          </a:p>
          <a:p>
            <a:pPr marL="410845" indent="-285750" algn="just">
              <a:lnSpc>
                <a:spcPct val="170000"/>
              </a:lnSpc>
              <a:spcBef>
                <a:spcPts val="0"/>
              </a:spcBef>
              <a:buSzPct val="114000"/>
              <a:buFont typeface="Arial" panose="020B0604020202020204" pitchFamily="34" charset="0"/>
              <a:buChar char="•"/>
            </a:pPr>
            <a:r>
              <a:rPr lang="en-US" sz="1600" dirty="0"/>
              <a:t>Highlight risk levels clearly using </a:t>
            </a:r>
            <a:r>
              <a:rPr lang="en-US" sz="1600" dirty="0" err="1"/>
              <a:t>colour</a:t>
            </a:r>
            <a:r>
              <a:rPr lang="en-US" sz="1600" dirty="0"/>
              <a:t> codes.</a:t>
            </a:r>
            <a:endParaRPr lang="en-US" sz="1600" dirty="0"/>
          </a:p>
          <a:p>
            <a:pPr marL="410845" indent="-285750" algn="just">
              <a:lnSpc>
                <a:spcPct val="170000"/>
              </a:lnSpc>
              <a:spcBef>
                <a:spcPts val="0"/>
              </a:spcBef>
              <a:buSzPct val="114000"/>
              <a:buFont typeface="Arial" panose="020B0604020202020204" pitchFamily="34" charset="0"/>
              <a:buChar char="•"/>
            </a:pPr>
            <a:r>
              <a:rPr lang="en-US" sz="1600" dirty="0"/>
              <a:t>Help mentors take timely action and guide struggling students.</a:t>
            </a:r>
            <a:endParaRPr lang="en-US" sz="1600" dirty="0"/>
          </a:p>
          <a:p>
            <a:pPr marL="410845" indent="-285750" algn="just">
              <a:lnSpc>
                <a:spcPct val="170000"/>
              </a:lnSpc>
              <a:spcBef>
                <a:spcPts val="0"/>
              </a:spcBef>
              <a:buSzPct val="114000"/>
              <a:buFont typeface="Arial" panose="020B0604020202020204" pitchFamily="34" charset="0"/>
              <a:buChar char="•"/>
            </a:pPr>
            <a:r>
              <a:rPr lang="en-US" sz="1600" dirty="0"/>
              <a:t>Reduce dropout rates using data-driven decisions.</a:t>
            </a:r>
            <a:endParaRPr lang="en-US" sz="1600" dirty="0"/>
          </a:p>
          <a:p>
            <a:pPr marL="410845" lvl="0" indent="-285750" algn="just">
              <a:lnSpc>
                <a:spcPct val="170000"/>
              </a:lnSpc>
              <a:spcBef>
                <a:spcPts val="0"/>
              </a:spcBef>
              <a:buSzPct val="114000"/>
              <a:buFont typeface="Arial" panose="020B0604020202020204" pitchFamily="34" charset="0"/>
              <a:buChar char="•"/>
            </a:pPr>
            <a:endParaRPr lang="en-US" sz="1600" dirty="0">
              <a:latin typeface="Cambria" panose="02040503050406030204"/>
              <a:ea typeface="Cambria" panose="02040503050406030204"/>
              <a:cs typeface="Cambria" panose="02040503050406030204"/>
              <a:sym typeface="Cambria" panose="02040503050406030204"/>
            </a:endParaRPr>
          </a:p>
          <a:p>
            <a:pPr marL="982345" indent="-857250" algn="just">
              <a:lnSpc>
                <a:spcPct val="170000"/>
              </a:lnSpc>
              <a:spcBef>
                <a:spcPts val="0"/>
              </a:spcBef>
              <a:buSzPct val="114000"/>
            </a:pPr>
            <a:endParaRPr lang="en-US" sz="2000" dirty="0">
              <a:latin typeface="Cambria" panose="02040503050406030204"/>
              <a:ea typeface="Cambria" panose="02040503050406030204"/>
              <a:cs typeface="Cambria" panose="02040503050406030204"/>
              <a:sym typeface="Cambria" panose="02040503050406030204"/>
            </a:endParaRPr>
          </a:p>
          <a:p>
            <a:pPr marL="125095" lvl="0" indent="0" algn="just">
              <a:lnSpc>
                <a:spcPct val="170000"/>
              </a:lnSpc>
              <a:spcBef>
                <a:spcPts val="0"/>
              </a:spcBef>
              <a:buSzPct val="114000"/>
              <a:buNone/>
            </a:pPr>
            <a:endParaRPr lang="en-US" sz="5925" dirty="0">
              <a:latin typeface="Cambria" panose="02040503050406030204"/>
              <a:ea typeface="Cambria" panose="02040503050406030204"/>
              <a:cs typeface="Cambria" panose="02040503050406030204"/>
              <a:sym typeface="Cambria" panose="02040503050406030204"/>
            </a:endParaRPr>
          </a:p>
          <a:p>
            <a:pPr marL="368300" lvl="0" indent="-246380" algn="just" rtl="0">
              <a:lnSpc>
                <a:spcPct val="170000"/>
              </a:lnSpc>
              <a:spcBef>
                <a:spcPts val="0"/>
              </a:spcBef>
              <a:spcAft>
                <a:spcPts val="0"/>
              </a:spcAft>
              <a:buSzPct val="114000"/>
              <a:buFont typeface="Arial" panose="020B0604020202020204"/>
              <a:buChar char="•"/>
            </a:pPr>
            <a:endParaRPr sz="5925" dirty="0">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29"/>
          <p:cNvSpPr txBox="1">
            <a:spLocks noGrp="1"/>
          </p:cNvSpPr>
          <p:nvPr>
            <p:ph type="body" idx="4294967295"/>
          </p:nvPr>
        </p:nvSpPr>
        <p:spPr>
          <a:xfrm>
            <a:off x="563880" y="647700"/>
            <a:ext cx="8069580" cy="4060825"/>
          </a:xfrm>
          <a:prstGeom prst="rect">
            <a:avLst/>
          </a:prstGeom>
          <a:noFill/>
          <a:ln>
            <a:noFill/>
          </a:ln>
        </p:spPr>
        <p:txBody>
          <a:bodyPr spcFirstLastPara="1" wrap="square" lIns="68575" tIns="34275" rIns="68575" bIns="34275" anchor="t" anchorCtr="0">
            <a:normAutofit/>
          </a:bodyPr>
          <a:lstStyle/>
          <a:p>
            <a:pPr marL="0" lvl="0" indent="0" algn="just" rtl="0">
              <a:lnSpc>
                <a:spcPct val="170000"/>
              </a:lnSpc>
              <a:spcBef>
                <a:spcPts val="0"/>
              </a:spcBef>
              <a:spcAft>
                <a:spcPts val="0"/>
              </a:spcAft>
              <a:buNone/>
            </a:pPr>
            <a:r>
              <a:rPr lang="en-IN" sz="1660" b="1" dirty="0">
                <a:latin typeface="Arial" panose="020B0604020202020204"/>
                <a:ea typeface="Arial" panose="020B0604020202020204"/>
                <a:cs typeface="Arial" panose="020B0604020202020204"/>
                <a:sym typeface="Arial" panose="020B0604020202020204"/>
              </a:rPr>
              <a:t>Background</a:t>
            </a:r>
            <a:endParaRPr lang="en-IN" sz="1660" b="1" dirty="0">
              <a:latin typeface="Arial" panose="020B0604020202020204"/>
              <a:ea typeface="Arial" panose="020B0604020202020204"/>
              <a:cs typeface="Arial" panose="020B0604020202020204"/>
              <a:sym typeface="Arial" panose="020B0604020202020204"/>
            </a:endParaRPr>
          </a:p>
          <a:p>
            <a:pPr marL="114300" indent="0">
              <a:buNone/>
            </a:pPr>
            <a:r>
              <a:rPr lang="en-US" sz="1600" dirty="0"/>
              <a:t>Many students silently fall behind academically long before exam results reveal failure. Declining attendance, repeated subject attempts, and poor internal test scores often go unnoticed because this information is stored separately and reviewed only at the end of the term. As a result, struggling learners disengage from classes and lose confidence without receiving timely support from mentors or counsellors.</a:t>
            </a:r>
            <a:endParaRPr lang="en-US" sz="1600" dirty="0"/>
          </a:p>
          <a:p>
            <a:pPr marL="114300" indent="0">
              <a:buNone/>
            </a:pPr>
            <a:r>
              <a:rPr lang="en-US" sz="1600" dirty="0"/>
              <a:t>Although institutions maintain student data, it is rarely integrated or </a:t>
            </a:r>
            <a:r>
              <a:rPr lang="en-US" sz="1600" dirty="0" err="1"/>
              <a:t>analysed</a:t>
            </a:r>
            <a:r>
              <a:rPr lang="en-US" sz="1600" dirty="0"/>
              <a:t> to identify warning signs early. Faculty rely on manual tracking, which is time-consuming and makes intervention reactive rather than proactive. Public colleges also lack access to costly commercial analytics platforms, leaving them without decision tools used in well-funded institutions. A simple, unified system that brings existing records together and highlights risk can fill this gap, enabling educators to reach out to students before dropout becomes inevitable.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4294967295"/>
          </p:nvPr>
        </p:nvSpPr>
        <p:spPr>
          <a:xfrm>
            <a:off x="419100" y="714375"/>
            <a:ext cx="8305800" cy="3714750"/>
          </a:xfrm>
        </p:spPr>
        <p:txBody>
          <a:bodyPr>
            <a:normAutofit/>
          </a:bodyPr>
          <a:lstStyle/>
          <a:p>
            <a:pPr marL="114300" indent="0">
              <a:buNone/>
            </a:pPr>
            <a:r>
              <a:rPr lang="en-IN" sz="1600" b="1" dirty="0"/>
              <a:t>Related Work</a:t>
            </a:r>
            <a:endParaRPr lang="en-IN" sz="1600" b="1" dirty="0"/>
          </a:p>
          <a:p>
            <a:pPr>
              <a:buFont typeface="Wingdings" panose="05000000000000000000" pitchFamily="2" charset="2"/>
              <a:buChar char="Ø"/>
            </a:pPr>
            <a:r>
              <a:rPr lang="en-US" sz="1600" dirty="0"/>
              <a:t>Many institutions track attendance, marks, and exam attempts separately, with no combined risk monitoring.</a:t>
            </a:r>
            <a:endParaRPr lang="en-US" sz="1600" dirty="0"/>
          </a:p>
          <a:p>
            <a:pPr>
              <a:buFont typeface="Wingdings" panose="05000000000000000000" pitchFamily="2" charset="2"/>
              <a:buChar char="Ø"/>
            </a:pPr>
            <a:r>
              <a:rPr lang="en-US" sz="1600" dirty="0"/>
              <a:t>ERP and analytics platforms exist, but they are expensive and difficult for public colleges to deploy and maintain.</a:t>
            </a:r>
            <a:endParaRPr lang="en-US" sz="1600" dirty="0"/>
          </a:p>
          <a:p>
            <a:pPr>
              <a:buFont typeface="Wingdings" panose="05000000000000000000" pitchFamily="2" charset="2"/>
              <a:buChar char="Ø"/>
            </a:pPr>
            <a:r>
              <a:rPr lang="en-US" sz="1600" dirty="0"/>
              <a:t>Current systems mostly </a:t>
            </a:r>
            <a:r>
              <a:rPr lang="en-US" sz="1600" dirty="0" err="1"/>
              <a:t>summarise</a:t>
            </a:r>
            <a:r>
              <a:rPr lang="en-US" sz="1600" dirty="0"/>
              <a:t> student performance; they do not provide early alerts or </a:t>
            </a:r>
            <a:r>
              <a:rPr lang="en-US" sz="1600" dirty="0" err="1"/>
              <a:t>personalised</a:t>
            </a:r>
            <a:r>
              <a:rPr lang="en-US" sz="1600" dirty="0"/>
              <a:t> intervention support.</a:t>
            </a:r>
            <a:endParaRPr lang="en-US" sz="1600" dirty="0"/>
          </a:p>
          <a:p>
            <a:pPr>
              <a:buFont typeface="Wingdings" panose="05000000000000000000" pitchFamily="2" charset="2"/>
              <a:buChar char="Ø"/>
            </a:pPr>
            <a:r>
              <a:rPr lang="en-US" sz="1600" dirty="0"/>
              <a:t>Manual tracking approaches depend on faculty time and often detect struggling learners only after failure.</a:t>
            </a:r>
            <a:endParaRPr lang="en-US" sz="1600" dirty="0"/>
          </a:p>
          <a:p>
            <a:pPr>
              <a:buFont typeface="Wingdings" panose="05000000000000000000" pitchFamily="2" charset="2"/>
              <a:buChar char="Ø"/>
            </a:pPr>
            <a:r>
              <a:rPr lang="en-US" sz="1600" dirty="0"/>
              <a:t>Research on predictive student analytics is growing, but simplified, low-cost tools for widespread academic use are still limited.</a:t>
            </a:r>
            <a:endParaRPr lang="en-IN" sz="16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0"/>
          <p:cNvSpPr txBox="1">
            <a:spLocks noGrp="1"/>
          </p:cNvSpPr>
          <p:nvPr>
            <p:ph type="title"/>
          </p:nvPr>
        </p:nvSpPr>
        <p:spPr>
          <a:xfrm>
            <a:off x="609600" y="205978"/>
            <a:ext cx="8001000" cy="365700"/>
          </a:xfrm>
          <a:prstGeom prst="rect">
            <a:avLst/>
          </a:prstGeom>
          <a:noFill/>
          <a:ln>
            <a:noFill/>
          </a:ln>
        </p:spPr>
        <p:txBody>
          <a:bodyPr spcFirstLastPara="1" wrap="square" lIns="68575" tIns="34275" rIns="68575" bIns="34275" anchor="ctr" anchorCtr="0">
            <a:noAutofit/>
          </a:bodyPr>
          <a:lstStyle/>
          <a:p>
            <a:pPr marL="114300" lvl="0" indent="0" algn="l" rtl="0">
              <a:lnSpc>
                <a:spcPct val="200000"/>
              </a:lnSpc>
              <a:spcBef>
                <a:spcPts val="0"/>
              </a:spcBef>
              <a:spcAft>
                <a:spcPts val="0"/>
              </a:spcAft>
              <a:buSzPts val="2100"/>
              <a:buNone/>
            </a:pPr>
            <a:r>
              <a:rPr lang="en-GB">
                <a:latin typeface="Cambria" panose="02040503050406030204"/>
                <a:ea typeface="Cambria" panose="02040503050406030204"/>
                <a:cs typeface="Cambria" panose="02040503050406030204"/>
                <a:sym typeface="Cambria" panose="02040503050406030204"/>
              </a:rPr>
              <a:t>Analysis of Problem Statement</a:t>
            </a:r>
            <a:endParaRPr lang="en-GB">
              <a:latin typeface="Cambria" panose="02040503050406030204"/>
              <a:ea typeface="Cambria" panose="02040503050406030204"/>
              <a:cs typeface="Cambria" panose="02040503050406030204"/>
              <a:sym typeface="Cambria" panose="02040503050406030204"/>
            </a:endParaRPr>
          </a:p>
        </p:txBody>
      </p:sp>
      <p:sp>
        <p:nvSpPr>
          <p:cNvPr id="3" name="Text Placeholder 2"/>
          <p:cNvSpPr>
            <a:spLocks noGrp="1"/>
          </p:cNvSpPr>
          <p:nvPr>
            <p:ph type="body" idx="1"/>
          </p:nvPr>
        </p:nvSpPr>
        <p:spPr>
          <a:xfrm>
            <a:off x="609600" y="685800"/>
            <a:ext cx="8001000" cy="3886201"/>
          </a:xfrm>
        </p:spPr>
        <p:txBody>
          <a:bodyPr>
            <a:normAutofit fontScale="77500" lnSpcReduction="20000"/>
          </a:bodyPr>
          <a:lstStyle/>
          <a:p>
            <a:pPr marL="0" lvl="0" indent="0" algn="just">
              <a:lnSpc>
                <a:spcPct val="120000"/>
              </a:lnSpc>
              <a:spcBef>
                <a:spcPts val="0"/>
              </a:spcBef>
              <a:buNone/>
            </a:pPr>
            <a:r>
              <a:rPr lang="en-US" b="1" dirty="0">
                <a:solidFill>
                  <a:srgbClr val="434343"/>
                </a:solidFill>
                <a:latin typeface="Arial" panose="020B0604020202020204"/>
                <a:ea typeface="Arial" panose="020B0604020202020204"/>
                <a:cs typeface="Arial" panose="020B0604020202020204"/>
                <a:sym typeface="Arial" panose="020B0604020202020204"/>
              </a:rPr>
              <a:t>Analysis of the Problem:</a:t>
            </a:r>
            <a:endParaRPr lang="en-US" b="1" dirty="0">
              <a:solidFill>
                <a:srgbClr val="434343"/>
              </a:solidFill>
              <a:latin typeface="Arial" panose="020B0604020202020204"/>
              <a:ea typeface="Arial" panose="020B0604020202020204"/>
              <a:cs typeface="Arial" panose="020B0604020202020204"/>
              <a:sym typeface="Arial" panose="020B0604020202020204"/>
            </a:endParaRPr>
          </a:p>
          <a:p>
            <a:pPr marL="407035" lvl="0" indent="-285750" algn="just">
              <a:lnSpc>
                <a:spcPct val="120000"/>
              </a:lnSpc>
              <a:spcBef>
                <a:spcPts val="0"/>
              </a:spcBef>
              <a:buClr>
                <a:srgbClr val="434343"/>
              </a:buClr>
              <a:buSzPct val="100000"/>
            </a:pPr>
            <a:r>
              <a:rPr lang="en-US" dirty="0"/>
              <a:t>Student data such as attendance, internal marks, and fee status is scattered across different files and systems.</a:t>
            </a:r>
            <a:endParaRPr lang="en-US" dirty="0"/>
          </a:p>
          <a:p>
            <a:pPr marL="407035" lvl="0" indent="-285750" algn="just">
              <a:lnSpc>
                <a:spcPct val="120000"/>
              </a:lnSpc>
              <a:spcBef>
                <a:spcPts val="0"/>
              </a:spcBef>
              <a:buClr>
                <a:srgbClr val="434343"/>
              </a:buClr>
              <a:buSzPct val="100000"/>
              <a:buFont typeface="Arial" panose="020B0604020202020204" pitchFamily="34" charset="0"/>
              <a:buChar char="•"/>
            </a:pPr>
            <a:r>
              <a:rPr lang="en-US" dirty="0"/>
              <a:t>Warning signs like declining scores and low attendance are noticed late or missed entirely.</a:t>
            </a:r>
            <a:endParaRPr lang="en-US" dirty="0"/>
          </a:p>
          <a:p>
            <a:pPr marL="407035" lvl="0" indent="-285750" algn="just">
              <a:lnSpc>
                <a:spcPct val="120000"/>
              </a:lnSpc>
              <a:spcBef>
                <a:spcPts val="0"/>
              </a:spcBef>
              <a:buClr>
                <a:srgbClr val="434343"/>
              </a:buClr>
              <a:buSzPct val="100000"/>
              <a:buFont typeface="Arial" panose="020B0604020202020204" pitchFamily="34" charset="0"/>
              <a:buChar char="•"/>
            </a:pPr>
            <a:r>
              <a:rPr lang="en-US" dirty="0"/>
              <a:t>Manual tracking by faculty is slow and inconsistent, leading to delayed support.</a:t>
            </a:r>
            <a:endParaRPr lang="en-US" dirty="0"/>
          </a:p>
          <a:p>
            <a:pPr marL="407035" lvl="0" indent="-285750" algn="just">
              <a:lnSpc>
                <a:spcPct val="120000"/>
              </a:lnSpc>
              <a:spcBef>
                <a:spcPts val="0"/>
              </a:spcBef>
              <a:buClr>
                <a:srgbClr val="434343"/>
              </a:buClr>
              <a:buSzPct val="100000"/>
              <a:buFont typeface="Arial" panose="020B0604020202020204" pitchFamily="34" charset="0"/>
              <a:buChar char="•"/>
            </a:pPr>
            <a:r>
              <a:rPr lang="en-US" dirty="0"/>
              <a:t>Colleges lack affordable analytics platforms that combine multiple student performance indicators.</a:t>
            </a:r>
            <a:endParaRPr lang="en-US" dirty="0"/>
          </a:p>
          <a:p>
            <a:pPr marL="121285" lvl="0" indent="0" algn="just">
              <a:lnSpc>
                <a:spcPct val="120000"/>
              </a:lnSpc>
              <a:spcBef>
                <a:spcPts val="0"/>
              </a:spcBef>
              <a:buClr>
                <a:srgbClr val="434343"/>
              </a:buClr>
              <a:buSzPct val="100000"/>
              <a:buFont typeface="Arial" panose="020B0604020202020204" pitchFamily="34" charset="0"/>
              <a:buNone/>
            </a:pPr>
            <a:r>
              <a:rPr lang="en-US" b="1" dirty="0">
                <a:solidFill>
                  <a:srgbClr val="434343"/>
                </a:solidFill>
                <a:latin typeface="Arial" panose="020B0604020202020204"/>
                <a:ea typeface="Arial" panose="020B0604020202020204"/>
                <a:cs typeface="Arial" panose="020B0604020202020204"/>
                <a:sym typeface="Arial" panose="020B0604020202020204"/>
              </a:rPr>
              <a:t>Proposed solutions</a:t>
            </a:r>
            <a:r>
              <a:rPr lang="en-US" dirty="0">
                <a:latin typeface="Arial" panose="020B0604020202020204"/>
                <a:ea typeface="Arial" panose="020B0604020202020204"/>
                <a:cs typeface="Arial" panose="020B0604020202020204"/>
                <a:sym typeface="Arial" panose="020B0604020202020204"/>
              </a:rPr>
              <a:t>:</a:t>
            </a:r>
            <a:endParaRPr lang="en-US" dirty="0">
              <a:latin typeface="Arial" panose="020B0604020202020204"/>
              <a:ea typeface="Arial" panose="020B0604020202020204"/>
              <a:cs typeface="Arial" panose="020B0604020202020204"/>
              <a:sym typeface="Arial" panose="020B0604020202020204"/>
            </a:endParaRPr>
          </a:p>
          <a:p>
            <a:pPr marL="285750" lvl="0" indent="-285750" algn="just">
              <a:lnSpc>
                <a:spcPct val="120000"/>
              </a:lnSpc>
              <a:spcBef>
                <a:spcPts val="0"/>
              </a:spcBef>
            </a:pPr>
            <a:r>
              <a:rPr lang="en-US" dirty="0"/>
              <a:t>Build a unified dashboard that integrates attendance, assessment scores, and other academic records.</a:t>
            </a:r>
            <a:endParaRPr lang="en-US" dirty="0"/>
          </a:p>
          <a:p>
            <a:pPr marL="342900" lvl="0" algn="just">
              <a:lnSpc>
                <a:spcPct val="120000"/>
              </a:lnSpc>
              <a:spcBef>
                <a:spcPts val="0"/>
              </a:spcBef>
              <a:buFont typeface="Arial" panose="020B0604020202020204" pitchFamily="34" charset="0"/>
              <a:buChar char="•"/>
            </a:pPr>
            <a:r>
              <a:rPr lang="en-US" dirty="0"/>
              <a:t>Use simple rules and lightweight machine learning to highlight students at low, medium, and high risk.</a:t>
            </a:r>
            <a:endParaRPr lang="en-US" dirty="0"/>
          </a:p>
          <a:p>
            <a:pPr marL="342900" lvl="0" algn="just">
              <a:lnSpc>
                <a:spcPct val="120000"/>
              </a:lnSpc>
              <a:spcBef>
                <a:spcPts val="0"/>
              </a:spcBef>
              <a:buFont typeface="Arial" panose="020B0604020202020204" pitchFamily="34" charset="0"/>
              <a:buChar char="•"/>
            </a:pPr>
            <a:r>
              <a:rPr lang="en-US" dirty="0"/>
              <a:t>Display </a:t>
            </a:r>
            <a:r>
              <a:rPr lang="en-US" dirty="0" err="1"/>
              <a:t>colour</a:t>
            </a:r>
            <a:r>
              <a:rPr lang="en-US" dirty="0"/>
              <a:t>-coded risk alerts to make patterns easy for mentors and faculty to understand</a:t>
            </a:r>
            <a:endParaRPr lang="en-US" dirty="0"/>
          </a:p>
          <a:p>
            <a:pPr marL="342900" lvl="0" algn="just">
              <a:lnSpc>
                <a:spcPct val="120000"/>
              </a:lnSpc>
              <a:spcBef>
                <a:spcPts val="0"/>
              </a:spcBef>
              <a:buFont typeface="Arial" panose="020B0604020202020204" pitchFamily="34" charset="0"/>
              <a:buChar char="•"/>
            </a:pPr>
            <a:r>
              <a:rPr lang="en-US" dirty="0"/>
              <a:t>Support timely intervention by counsellors and teachers through regular risk updates and tracking.</a:t>
            </a:r>
            <a:r>
              <a:rPr lang="en-US" dirty="0">
                <a:latin typeface="Arial" panose="020B0604020202020204"/>
                <a:ea typeface="Arial" panose="020B0604020202020204"/>
                <a:cs typeface="Arial" panose="020B0604020202020204"/>
                <a:sym typeface="Arial" panose="020B0604020202020204"/>
              </a:rPr>
              <a:t>.</a:t>
            </a:r>
            <a:endParaRPr lang="en-US" dirty="0">
              <a:latin typeface="Arial" panose="020B0604020202020204"/>
              <a:ea typeface="Arial" panose="020B0604020202020204"/>
              <a:cs typeface="Arial" panose="020B0604020202020204"/>
              <a:sym typeface="Arial" panose="020B0604020202020204"/>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Existing Methods and drawbacks</a:t>
            </a:r>
            <a:endParaRPr lang="en-US" altLang="en-US"/>
          </a:p>
        </p:txBody>
      </p:sp>
      <p:sp>
        <p:nvSpPr>
          <p:cNvPr id="3" name="Text Placeholder 2"/>
          <p:cNvSpPr>
            <a:spLocks noGrp="1"/>
          </p:cNvSpPr>
          <p:nvPr>
            <p:ph type="body" idx="1"/>
          </p:nvPr>
        </p:nvSpPr>
        <p:spPr/>
        <p:txBody>
          <a:bodyPr>
            <a:normAutofit/>
          </a:bodyPr>
          <a:p>
            <a:pPr marL="114300" indent="0">
              <a:buNone/>
            </a:pPr>
            <a:r>
              <a:rPr lang="en-IN" altLang="en-US"/>
              <a:t>Existing methods </a:t>
            </a:r>
            <a:endParaRPr lang="en-IN" altLang="en-US"/>
          </a:p>
          <a:p>
            <a:r>
              <a:rPr lang="en-US" altLang="en-US" sz="1400"/>
              <a:t>Manual student performance monitoring</a:t>
            </a:r>
            <a:endParaRPr lang="en-US" altLang="en-US" sz="1400"/>
          </a:p>
          <a:p>
            <a:r>
              <a:rPr lang="en-US" altLang="en-US" sz="1400"/>
              <a:t>Excel-based record keeping</a:t>
            </a:r>
            <a:endParaRPr lang="en-US" altLang="en-US" sz="1400"/>
          </a:p>
          <a:p>
            <a:r>
              <a:rPr lang="en-US" altLang="en-US" sz="1400"/>
              <a:t>Periodic academic reviews</a:t>
            </a:r>
            <a:endParaRPr lang="en-US" altLang="en-US" sz="1400"/>
          </a:p>
          <a:p>
            <a:r>
              <a:rPr lang="en-US" altLang="en-US" sz="1400"/>
              <a:t>Traditional email/notice communication</a:t>
            </a:r>
            <a:endParaRPr lang="en-US" altLang="en-US" sz="1400"/>
          </a:p>
          <a:p>
            <a:endParaRPr lang="en-US" altLang="en-US" sz="1400"/>
          </a:p>
          <a:p>
            <a:pPr marL="114300" indent="0">
              <a:buNone/>
            </a:pPr>
            <a:r>
              <a:rPr lang="en-IN" altLang="en-US"/>
              <a:t>Drawbacks</a:t>
            </a:r>
            <a:endParaRPr lang="en-IN" altLang="en-US"/>
          </a:p>
          <a:p>
            <a:r>
              <a:rPr lang="en-US" altLang="en-US" sz="1400"/>
              <a:t>Time-consuming</a:t>
            </a:r>
            <a:endParaRPr lang="en-US" altLang="en-US" sz="1400"/>
          </a:p>
          <a:p>
            <a:r>
              <a:rPr lang="en-US" altLang="en-US" sz="1400"/>
              <a:t>No real-time risk prediction</a:t>
            </a:r>
            <a:endParaRPr lang="en-US" altLang="en-US" sz="1400"/>
          </a:p>
          <a:p>
            <a:r>
              <a:rPr lang="en-US" altLang="en-US" sz="1400"/>
              <a:t>Difficult to handle large data</a:t>
            </a:r>
            <a:endParaRPr lang="en-US" altLang="en-US" sz="1400"/>
          </a:p>
          <a:p>
            <a:r>
              <a:rPr lang="en-US" altLang="en-US" sz="1400"/>
              <a:t>No automated alerts or follow-up</a:t>
            </a:r>
            <a:endParaRPr lang="en-US" alt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Proposed Methods &amp; Feasibility Study</a:t>
            </a:r>
            <a:endParaRPr lang="en-IN" altLang="en-US"/>
          </a:p>
        </p:txBody>
      </p:sp>
      <p:sp>
        <p:nvSpPr>
          <p:cNvPr id="3" name="Text Placeholder 2"/>
          <p:cNvSpPr>
            <a:spLocks noGrp="1"/>
          </p:cNvSpPr>
          <p:nvPr>
            <p:ph type="body" idx="1"/>
          </p:nvPr>
        </p:nvSpPr>
        <p:spPr/>
        <p:txBody>
          <a:bodyPr>
            <a:normAutofit fontScale="80000"/>
          </a:bodyPr>
          <a:p>
            <a:pPr marL="114300" indent="0">
              <a:buNone/>
            </a:pPr>
            <a:r>
              <a:rPr lang="en-US" altLang="en-US" sz="2285"/>
              <a:t>Proposed Method</a:t>
            </a:r>
            <a:r>
              <a:rPr lang="en-IN" altLang="en-US" sz="2285"/>
              <a:t>s</a:t>
            </a:r>
            <a:endParaRPr lang="en-US" altLang="en-US"/>
          </a:p>
          <a:p>
            <a:r>
              <a:rPr lang="en-US" altLang="en-US"/>
              <a:t>Web-based dashboard using Streamlit for easy interaction</a:t>
            </a:r>
            <a:endParaRPr lang="en-US" altLang="en-US"/>
          </a:p>
          <a:p>
            <a:r>
              <a:rPr lang="en-US" altLang="en-US"/>
              <a:t>CSV upload to manage and analyze student data</a:t>
            </a:r>
            <a:endParaRPr lang="en-US" altLang="en-US"/>
          </a:p>
          <a:p>
            <a:r>
              <a:rPr lang="en-US" altLang="en-US"/>
              <a:t>FastAPI backend to process data and run risk prediction logic</a:t>
            </a:r>
            <a:endParaRPr lang="en-US" altLang="en-US"/>
          </a:p>
          <a:p>
            <a:r>
              <a:rPr lang="en-US" altLang="en-US"/>
              <a:t>Automated identification of at-risk students</a:t>
            </a:r>
            <a:endParaRPr lang="en-US" altLang="en-US"/>
          </a:p>
          <a:p>
            <a:r>
              <a:rPr lang="en-US" altLang="en-US"/>
              <a:t>Email alerts sent to mentors and guardians</a:t>
            </a:r>
            <a:endParaRPr lang="en-US" altLang="en-US"/>
          </a:p>
          <a:p>
            <a:r>
              <a:rPr lang="en-US" altLang="en-US"/>
              <a:t>Centralized data handling for quick decision-making</a:t>
            </a:r>
            <a:endParaRPr lang="en-US" altLang="en-US"/>
          </a:p>
          <a:p>
            <a:pPr marL="114300" indent="0">
              <a:buNone/>
            </a:pPr>
            <a:endParaRPr lang="en-US" altLang="en-US"/>
          </a:p>
          <a:p>
            <a:pPr marL="114300" indent="0">
              <a:buNone/>
            </a:pPr>
            <a:r>
              <a:rPr lang="en-US" altLang="en-US" sz="2250"/>
              <a:t>Feasibility Study</a:t>
            </a:r>
            <a:endParaRPr lang="en-US" altLang="en-US" sz="2250"/>
          </a:p>
          <a:p>
            <a:r>
              <a:rPr lang="en-US" altLang="en-US"/>
              <a:t>Technical Feasibility: Uses simple, open-source tools (Python, Streamlit, FastAPI)</a:t>
            </a:r>
            <a:endParaRPr lang="en-US" altLang="en-US"/>
          </a:p>
          <a:p>
            <a:r>
              <a:rPr lang="en-US" altLang="en-US"/>
              <a:t>Economic Feasibility: Low cost; no paid software or licenses required</a:t>
            </a:r>
            <a:endParaRPr lang="en-US" altLang="en-US"/>
          </a:p>
          <a:p>
            <a:r>
              <a:rPr lang="en-US" altLang="en-US"/>
              <a:t>Operational Feasibility: Easy to use by faculty and admins with minimal training</a:t>
            </a:r>
            <a:endParaRPr lang="en-US" altLang="en-US"/>
          </a:p>
          <a:p>
            <a:r>
              <a:rPr lang="en-US" altLang="en-US"/>
              <a:t>Time Feasibility: Can be developed and deployed within a short academic timeline</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System flow Architechture</a:t>
            </a:r>
            <a:endParaRPr lang="en-IN" altLang="en-US"/>
          </a:p>
        </p:txBody>
      </p:sp>
      <p:sp>
        <p:nvSpPr>
          <p:cNvPr id="3" name="Text Placeholder 2"/>
          <p:cNvSpPr>
            <a:spLocks noGrp="1"/>
          </p:cNvSpPr>
          <p:nvPr>
            <p:ph type="body" idx="1"/>
          </p:nvPr>
        </p:nvSpPr>
        <p:spPr>
          <a:xfrm>
            <a:off x="419735" y="786765"/>
            <a:ext cx="8190865" cy="3785235"/>
          </a:xfrm>
        </p:spPr>
        <p:txBody>
          <a:bodyPr/>
          <a:p>
            <a:endParaRPr lang="en-US"/>
          </a:p>
        </p:txBody>
      </p:sp>
      <p:pic>
        <p:nvPicPr>
          <p:cNvPr id="4" name="Picture 3" descr="ChatGPT Image Jan 19, 2026, 12_27_11 PM"/>
          <p:cNvPicPr>
            <a:picLocks noChangeAspect="1"/>
          </p:cNvPicPr>
          <p:nvPr/>
        </p:nvPicPr>
        <p:blipFill>
          <a:blip r:embed="rId1"/>
          <a:stretch>
            <a:fillRect/>
          </a:stretch>
        </p:blipFill>
        <p:spPr>
          <a:xfrm>
            <a:off x="2017395" y="857885"/>
            <a:ext cx="5082540" cy="33889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1"/>
          <p:cNvSpPr txBox="1">
            <a:spLocks noGrp="1"/>
          </p:cNvSpPr>
          <p:nvPr>
            <p:ph type="title"/>
          </p:nvPr>
        </p:nvSpPr>
        <p:spPr>
          <a:xfrm>
            <a:off x="609600" y="205978"/>
            <a:ext cx="8001000" cy="365700"/>
          </a:xfrm>
          <a:prstGeom prst="rect">
            <a:avLst/>
          </a:prstGeom>
          <a:noFill/>
          <a:ln>
            <a:noFill/>
          </a:ln>
        </p:spPr>
        <p:txBody>
          <a:bodyPr spcFirstLastPara="1" wrap="square" lIns="68575" tIns="34275" rIns="68575" bIns="34275" anchor="ctr" anchorCtr="0">
            <a:noAutofit/>
          </a:bodyPr>
          <a:lstStyle/>
          <a:p>
            <a:pPr marL="114300" lvl="0" indent="0" algn="l" rtl="0">
              <a:lnSpc>
                <a:spcPct val="200000"/>
              </a:lnSpc>
              <a:spcBef>
                <a:spcPts val="0"/>
              </a:spcBef>
              <a:spcAft>
                <a:spcPts val="0"/>
              </a:spcAft>
              <a:buSzPts val="2100"/>
              <a:buNone/>
            </a:pPr>
            <a:r>
              <a:rPr lang="en-GB">
                <a:latin typeface="Cambria" panose="02040503050406030204"/>
                <a:ea typeface="Cambria" panose="02040503050406030204"/>
                <a:cs typeface="Cambria" panose="02040503050406030204"/>
                <a:sym typeface="Cambria" panose="02040503050406030204"/>
              </a:rPr>
              <a:t>Analysis of Problem Statement</a:t>
            </a:r>
            <a:endParaRPr lang="en-GB">
              <a:latin typeface="Cambria" panose="02040503050406030204"/>
              <a:ea typeface="Cambria" panose="02040503050406030204"/>
              <a:cs typeface="Cambria" panose="02040503050406030204"/>
              <a:sym typeface="Cambria" panose="02040503050406030204"/>
            </a:endParaRPr>
          </a:p>
        </p:txBody>
      </p:sp>
      <p:sp>
        <p:nvSpPr>
          <p:cNvPr id="173" name="Google Shape;173;p31"/>
          <p:cNvSpPr txBox="1">
            <a:spLocks noGrp="1"/>
          </p:cNvSpPr>
          <p:nvPr>
            <p:ph type="body" idx="1"/>
          </p:nvPr>
        </p:nvSpPr>
        <p:spPr>
          <a:xfrm>
            <a:off x="609600" y="857250"/>
            <a:ext cx="8001000" cy="3714900"/>
          </a:xfrm>
          <a:prstGeom prst="rect">
            <a:avLst/>
          </a:prstGeom>
          <a:noFill/>
          <a:ln>
            <a:noFill/>
          </a:ln>
        </p:spPr>
        <p:txBody>
          <a:bodyPr spcFirstLastPara="1" wrap="square" lIns="68575" tIns="34275" rIns="68575" bIns="34275" anchor="t" anchorCtr="0">
            <a:normAutofit fontScale="25000" lnSpcReduction="20000"/>
          </a:bodyPr>
          <a:lstStyle/>
          <a:p>
            <a:pPr marL="254000" lvl="0" indent="-139700" algn="just" rtl="0">
              <a:lnSpc>
                <a:spcPct val="100000"/>
              </a:lnSpc>
              <a:spcBef>
                <a:spcPts val="0"/>
              </a:spcBef>
              <a:spcAft>
                <a:spcPts val="0"/>
              </a:spcAft>
              <a:buClr>
                <a:schemeClr val="dk1"/>
              </a:buClr>
              <a:buSzPct val="28000"/>
              <a:buNone/>
            </a:pPr>
            <a:r>
              <a:rPr lang="en-GB" sz="7200" b="1" dirty="0">
                <a:latin typeface="Cambria" panose="02040503050406030204"/>
                <a:ea typeface="Cambria" panose="02040503050406030204"/>
                <a:cs typeface="Cambria" panose="02040503050406030204"/>
                <a:sym typeface="Cambria" panose="02040503050406030204"/>
              </a:rPr>
              <a:t>Technology Stack Components:</a:t>
            </a:r>
            <a:endParaRPr sz="6470" b="1" dirty="0">
              <a:latin typeface="Cambria" panose="02040503050406030204"/>
              <a:ea typeface="Cambria" panose="02040503050406030204"/>
              <a:cs typeface="Cambria" panose="02040503050406030204"/>
              <a:sym typeface="Cambria" panose="02040503050406030204"/>
            </a:endParaRPr>
          </a:p>
          <a:p>
            <a:pPr marL="422910" lvl="0" indent="-285750" algn="l" rtl="0">
              <a:lnSpc>
                <a:spcPct val="100000"/>
              </a:lnSpc>
              <a:spcBef>
                <a:spcPts val="1400"/>
              </a:spcBef>
              <a:spcAft>
                <a:spcPts val="0"/>
              </a:spcAft>
              <a:buSzPct val="100000"/>
            </a:pPr>
            <a:r>
              <a:rPr lang="en-GB" sz="5770" b="1" dirty="0">
                <a:latin typeface="Arial" panose="020B0604020202020204"/>
                <a:ea typeface="Arial" panose="020B0604020202020204"/>
                <a:cs typeface="Arial" panose="020B0604020202020204"/>
                <a:sym typeface="Arial" panose="020B0604020202020204"/>
              </a:rPr>
              <a:t>Frontend:</a:t>
            </a:r>
            <a:r>
              <a:rPr lang="en-GB" sz="5770" dirty="0">
                <a:latin typeface="Arial" panose="020B0604020202020204"/>
                <a:ea typeface="Arial" panose="020B0604020202020204"/>
                <a:cs typeface="Arial" panose="020B0604020202020204"/>
                <a:sym typeface="Arial" panose="020B0604020202020204"/>
              </a:rPr>
              <a:t> </a:t>
            </a:r>
            <a:r>
              <a:rPr lang="en-US" altLang="en-US" sz="5770" dirty="0">
                <a:latin typeface="Arial" panose="020B0604020202020204"/>
                <a:ea typeface="Arial" panose="020B0604020202020204"/>
                <a:cs typeface="Arial" panose="020B0604020202020204"/>
                <a:sym typeface="Arial" panose="020B0604020202020204"/>
              </a:rPr>
              <a:t>Streamlit (Python-based web UI)</a:t>
            </a:r>
            <a:br>
              <a:rPr lang="en-GB" sz="5770" dirty="0">
                <a:latin typeface="Arial" panose="020B0604020202020204"/>
                <a:ea typeface="Arial" panose="020B0604020202020204"/>
                <a:cs typeface="Arial" panose="020B0604020202020204"/>
                <a:sym typeface="Arial" panose="020B0604020202020204"/>
              </a:rPr>
            </a:br>
            <a:endParaRPr sz="5770" dirty="0">
              <a:latin typeface="Arial" panose="020B0604020202020204"/>
              <a:ea typeface="Arial" panose="020B0604020202020204"/>
              <a:cs typeface="Arial" panose="020B0604020202020204"/>
              <a:sym typeface="Arial" panose="020B0604020202020204"/>
            </a:endParaRPr>
          </a:p>
          <a:p>
            <a:pPr marL="422910" lvl="0" indent="-285750" algn="l" rtl="0">
              <a:lnSpc>
                <a:spcPct val="100000"/>
              </a:lnSpc>
              <a:spcBef>
                <a:spcPts val="0"/>
              </a:spcBef>
              <a:spcAft>
                <a:spcPts val="0"/>
              </a:spcAft>
              <a:buSzPct val="100000"/>
            </a:pPr>
            <a:r>
              <a:rPr lang="en-GB" sz="5770" b="1" dirty="0">
                <a:latin typeface="Arial" panose="020B0604020202020204"/>
                <a:ea typeface="Arial" panose="020B0604020202020204"/>
                <a:cs typeface="Arial" panose="020B0604020202020204"/>
                <a:sym typeface="Arial" panose="020B0604020202020204"/>
              </a:rPr>
              <a:t>Backend:</a:t>
            </a:r>
            <a:r>
              <a:rPr lang="en-GB" sz="5770" dirty="0">
                <a:latin typeface="Arial" panose="020B0604020202020204"/>
                <a:ea typeface="Arial" panose="020B0604020202020204"/>
                <a:cs typeface="Arial" panose="020B0604020202020204"/>
                <a:sym typeface="Arial" panose="020B0604020202020204"/>
              </a:rPr>
              <a:t> </a:t>
            </a:r>
            <a:r>
              <a:rPr lang="en-US" altLang="en-US" sz="5770" dirty="0">
                <a:latin typeface="Arial" panose="020B0604020202020204"/>
                <a:ea typeface="Arial" panose="020B0604020202020204"/>
                <a:cs typeface="Arial" panose="020B0604020202020204"/>
                <a:sym typeface="Arial" panose="020B0604020202020204"/>
              </a:rPr>
              <a:t>FastAPI (Python)</a:t>
            </a:r>
            <a:r>
              <a:rPr lang="en-IN" altLang="en-US" sz="5770" dirty="0">
                <a:latin typeface="Arial" panose="020B0604020202020204"/>
                <a:ea typeface="Arial" panose="020B0604020202020204"/>
                <a:cs typeface="Arial" panose="020B0604020202020204"/>
                <a:sym typeface="Arial" panose="020B0604020202020204"/>
              </a:rPr>
              <a:t>, </a:t>
            </a:r>
            <a:r>
              <a:rPr lang="en-US" altLang="en-US" sz="5770" dirty="0">
                <a:latin typeface="Arial" panose="020B0604020202020204"/>
                <a:ea typeface="Arial" panose="020B0604020202020204"/>
                <a:cs typeface="Arial" panose="020B0604020202020204"/>
                <a:sym typeface="Arial" panose="020B0604020202020204"/>
              </a:rPr>
              <a:t>Uvicorn (ASGI Server)</a:t>
            </a:r>
            <a:endParaRPr lang="en-US" altLang="en-US" sz="5770" dirty="0">
              <a:latin typeface="Arial" panose="020B0604020202020204"/>
              <a:ea typeface="Arial" panose="020B0604020202020204"/>
              <a:cs typeface="Arial" panose="020B0604020202020204"/>
              <a:sym typeface="Arial" panose="020B0604020202020204"/>
            </a:endParaRPr>
          </a:p>
          <a:p>
            <a:pPr marL="137160" lvl="0" indent="0" algn="l" rtl="0">
              <a:lnSpc>
                <a:spcPct val="100000"/>
              </a:lnSpc>
              <a:spcBef>
                <a:spcPts val="0"/>
              </a:spcBef>
              <a:spcAft>
                <a:spcPts val="0"/>
              </a:spcAft>
              <a:buSzPct val="100000"/>
              <a:buNone/>
            </a:pPr>
            <a:endParaRPr lang="en-US" altLang="en-US" sz="5770" dirty="0">
              <a:latin typeface="Arial" panose="020B0604020202020204"/>
              <a:ea typeface="Arial" panose="020B0604020202020204"/>
              <a:cs typeface="Arial" panose="020B0604020202020204"/>
              <a:sym typeface="Arial" panose="020B0604020202020204"/>
            </a:endParaRPr>
          </a:p>
          <a:p>
            <a:pPr marL="422910" lvl="0" indent="-285750" algn="l" rtl="0">
              <a:lnSpc>
                <a:spcPct val="100000"/>
              </a:lnSpc>
              <a:spcBef>
                <a:spcPts val="0"/>
              </a:spcBef>
              <a:spcAft>
                <a:spcPts val="0"/>
              </a:spcAft>
              <a:buSzPct val="100000"/>
            </a:pPr>
            <a:r>
              <a:rPr lang="en-GB" sz="5770" b="1" dirty="0">
                <a:latin typeface="Arial" panose="020B0604020202020204"/>
                <a:ea typeface="Arial" panose="020B0604020202020204"/>
                <a:cs typeface="Arial" panose="020B0604020202020204"/>
                <a:sym typeface="Arial" panose="020B0604020202020204"/>
              </a:rPr>
              <a:t>AI/ML (</a:t>
            </a:r>
            <a:r>
              <a:rPr lang="en-US" altLang="en-US" sz="5770" b="1" dirty="0">
                <a:latin typeface="Arial" panose="020B0604020202020204"/>
                <a:ea typeface="Arial" panose="020B0604020202020204"/>
                <a:cs typeface="Arial" panose="020B0604020202020204"/>
                <a:sym typeface="Arial" panose="020B0604020202020204"/>
              </a:rPr>
              <a:t>Dropout Risk Prediction &amp; Counselling Logi</a:t>
            </a:r>
            <a:r>
              <a:rPr lang="en-IN" altLang="en-US" sz="5770" b="1" dirty="0">
                <a:latin typeface="Arial" panose="020B0604020202020204"/>
                <a:ea typeface="Arial" panose="020B0604020202020204"/>
                <a:cs typeface="Arial" panose="020B0604020202020204"/>
                <a:sym typeface="Arial" panose="020B0604020202020204"/>
              </a:rPr>
              <a:t>c</a:t>
            </a:r>
            <a:r>
              <a:rPr lang="en-GB" sz="5770" b="1" dirty="0">
                <a:latin typeface="Arial" panose="020B0604020202020204"/>
                <a:ea typeface="Arial" panose="020B0604020202020204"/>
                <a:cs typeface="Arial" panose="020B0604020202020204"/>
                <a:sym typeface="Arial" panose="020B0604020202020204"/>
              </a:rPr>
              <a:t>):</a:t>
            </a:r>
            <a:r>
              <a:rPr lang="en-GB" sz="5770" dirty="0">
                <a:latin typeface="Arial" panose="020B0604020202020204"/>
                <a:ea typeface="Arial" panose="020B0604020202020204"/>
                <a:cs typeface="Arial" panose="020B0604020202020204"/>
                <a:sym typeface="Arial" panose="020B0604020202020204"/>
              </a:rPr>
              <a:t> Python, </a:t>
            </a:r>
            <a:r>
              <a:rPr lang="en-US" altLang="en-US" sz="5770" dirty="0">
                <a:latin typeface="Arial" panose="020B0604020202020204"/>
                <a:ea typeface="Arial" panose="020B0604020202020204"/>
                <a:cs typeface="Arial" panose="020B0604020202020204"/>
                <a:sym typeface="Arial" panose="020B0604020202020204"/>
              </a:rPr>
              <a:t>Rule-based Machine Learning (Threshold-based classification)</a:t>
            </a:r>
            <a:br>
              <a:rPr lang="en-GB" sz="5770" dirty="0">
                <a:latin typeface="Arial" panose="020B0604020202020204"/>
                <a:ea typeface="Arial" panose="020B0604020202020204"/>
                <a:cs typeface="Arial" panose="020B0604020202020204"/>
                <a:sym typeface="Arial" panose="020B0604020202020204"/>
              </a:rPr>
            </a:br>
            <a:endParaRPr sz="5770" dirty="0">
              <a:latin typeface="Arial" panose="020B0604020202020204"/>
              <a:ea typeface="Arial" panose="020B0604020202020204"/>
              <a:cs typeface="Arial" panose="020B0604020202020204"/>
              <a:sym typeface="Arial" panose="020B0604020202020204"/>
            </a:endParaRPr>
          </a:p>
          <a:p>
            <a:pPr marL="422910" lvl="0" indent="-285750" algn="l" rtl="0">
              <a:lnSpc>
                <a:spcPct val="100000"/>
              </a:lnSpc>
              <a:spcBef>
                <a:spcPts val="0"/>
              </a:spcBef>
              <a:spcAft>
                <a:spcPts val="0"/>
              </a:spcAft>
              <a:buSzPct val="100000"/>
            </a:pPr>
            <a:r>
              <a:rPr lang="en-GB" sz="5770" b="1" dirty="0">
                <a:latin typeface="Arial" panose="020B0604020202020204"/>
                <a:ea typeface="Arial" panose="020B0604020202020204"/>
                <a:cs typeface="Arial" panose="020B0604020202020204"/>
                <a:sym typeface="Arial" panose="020B0604020202020204"/>
              </a:rPr>
              <a:t>Database:</a:t>
            </a:r>
            <a:r>
              <a:rPr lang="en-GB" sz="5770" dirty="0">
                <a:latin typeface="Arial" panose="020B0604020202020204"/>
                <a:ea typeface="Arial" panose="020B0604020202020204"/>
                <a:cs typeface="Arial" panose="020B0604020202020204"/>
                <a:sym typeface="Arial" panose="020B0604020202020204"/>
              </a:rPr>
              <a:t> </a:t>
            </a:r>
            <a:r>
              <a:rPr lang="en-US" altLang="en-US" sz="5770" dirty="0">
                <a:latin typeface="Arial" panose="020B0604020202020204"/>
                <a:ea typeface="Arial" panose="020B0604020202020204"/>
                <a:cs typeface="Arial" panose="020B0604020202020204"/>
                <a:sym typeface="Arial" panose="020B0604020202020204"/>
              </a:rPr>
              <a:t>SQLite</a:t>
            </a:r>
            <a:endParaRPr lang="en-US" altLang="en-US" sz="5770" dirty="0">
              <a:latin typeface="Arial" panose="020B0604020202020204"/>
              <a:ea typeface="Arial" panose="020B0604020202020204"/>
              <a:cs typeface="Arial" panose="020B0604020202020204"/>
              <a:sym typeface="Arial" panose="020B0604020202020204"/>
            </a:endParaRPr>
          </a:p>
          <a:p>
            <a:pPr marL="422910" lvl="0" indent="-285750" algn="l" rtl="0">
              <a:lnSpc>
                <a:spcPct val="100000"/>
              </a:lnSpc>
              <a:spcBef>
                <a:spcPts val="0"/>
              </a:spcBef>
              <a:spcAft>
                <a:spcPts val="0"/>
              </a:spcAft>
              <a:buSzPct val="100000"/>
            </a:pPr>
            <a:endParaRPr lang="en-US" altLang="en-US" sz="5770" dirty="0">
              <a:latin typeface="Arial" panose="020B0604020202020204"/>
              <a:ea typeface="Arial" panose="020B0604020202020204"/>
              <a:cs typeface="Arial" panose="020B0604020202020204"/>
              <a:sym typeface="Arial" panose="020B0604020202020204"/>
            </a:endParaRPr>
          </a:p>
          <a:p>
            <a:pPr marL="422910" lvl="0" indent="-285750" algn="l" rtl="0">
              <a:lnSpc>
                <a:spcPct val="100000"/>
              </a:lnSpc>
              <a:spcBef>
                <a:spcPts val="0"/>
              </a:spcBef>
              <a:spcAft>
                <a:spcPts val="0"/>
              </a:spcAft>
              <a:buSzPct val="100000"/>
            </a:pPr>
            <a:r>
              <a:rPr lang="en-US" altLang="en-US" sz="5770" b="1" dirty="0">
                <a:latin typeface="Arial" panose="020B0604020202020204"/>
                <a:ea typeface="Arial" panose="020B0604020202020204"/>
                <a:cs typeface="Arial" panose="020B0604020202020204"/>
                <a:sym typeface="Arial" panose="020B0604020202020204"/>
              </a:rPr>
              <a:t>Data Handling &amp; Processing:</a:t>
            </a:r>
            <a:r>
              <a:rPr lang="en-IN" altLang="en-US" sz="5770" b="1" dirty="0">
                <a:latin typeface="Arial" panose="020B0604020202020204"/>
                <a:ea typeface="Arial" panose="020B0604020202020204"/>
                <a:cs typeface="Arial" panose="020B0604020202020204"/>
                <a:sym typeface="Arial" panose="020B0604020202020204"/>
              </a:rPr>
              <a:t> </a:t>
            </a:r>
            <a:r>
              <a:rPr lang="en-US" altLang="en-US" sz="5770" dirty="0">
                <a:latin typeface="Arial" panose="020B0604020202020204"/>
                <a:ea typeface="Arial" panose="020B0604020202020204"/>
                <a:cs typeface="Arial" panose="020B0604020202020204"/>
                <a:sym typeface="Arial" panose="020B0604020202020204"/>
              </a:rPr>
              <a:t>Pandas</a:t>
            </a:r>
            <a:r>
              <a:rPr lang="en-IN" altLang="en-US" sz="5770" dirty="0">
                <a:latin typeface="Arial" panose="020B0604020202020204"/>
                <a:ea typeface="Arial" panose="020B0604020202020204"/>
                <a:cs typeface="Arial" panose="020B0604020202020204"/>
                <a:sym typeface="Arial" panose="020B0604020202020204"/>
              </a:rPr>
              <a:t>, </a:t>
            </a:r>
            <a:r>
              <a:rPr lang="en-US" altLang="en-US" sz="5770" dirty="0">
                <a:latin typeface="Arial" panose="020B0604020202020204"/>
                <a:ea typeface="Arial" panose="020B0604020202020204"/>
                <a:cs typeface="Arial" panose="020B0604020202020204"/>
                <a:sym typeface="Arial" panose="020B0604020202020204"/>
              </a:rPr>
              <a:t>CSV / Spreadsheet files</a:t>
            </a:r>
            <a:br>
              <a:rPr lang="en-GB" sz="5770" b="1" dirty="0">
                <a:latin typeface="Arial" panose="020B0604020202020204"/>
                <a:ea typeface="Arial" panose="020B0604020202020204"/>
                <a:cs typeface="Arial" panose="020B0604020202020204"/>
                <a:sym typeface="Arial" panose="020B0604020202020204"/>
              </a:rPr>
            </a:br>
            <a:endParaRPr sz="5770" dirty="0">
              <a:latin typeface="Arial" panose="020B0604020202020204"/>
              <a:ea typeface="Arial" panose="020B0604020202020204"/>
              <a:cs typeface="Arial" panose="020B0604020202020204"/>
              <a:sym typeface="Arial" panose="020B0604020202020204"/>
            </a:endParaRPr>
          </a:p>
          <a:p>
            <a:pPr marL="422910" lvl="0" indent="-285750" algn="l" rtl="0">
              <a:lnSpc>
                <a:spcPct val="100000"/>
              </a:lnSpc>
              <a:spcBef>
                <a:spcPts val="0"/>
              </a:spcBef>
              <a:spcAft>
                <a:spcPts val="0"/>
              </a:spcAft>
              <a:buSzPct val="100000"/>
            </a:pPr>
            <a:r>
              <a:rPr lang="en-GB" sz="5770" b="1" dirty="0">
                <a:latin typeface="Arial" panose="020B0604020202020204"/>
                <a:ea typeface="Arial" panose="020B0604020202020204"/>
                <a:cs typeface="Arial" panose="020B0604020202020204"/>
                <a:sym typeface="Arial" panose="020B0604020202020204"/>
              </a:rPr>
              <a:t>Development Tools:</a:t>
            </a:r>
            <a:r>
              <a:rPr lang="en-GB" sz="5770" dirty="0">
                <a:latin typeface="Arial" panose="020B0604020202020204"/>
                <a:ea typeface="Arial" panose="020B0604020202020204"/>
                <a:cs typeface="Arial" panose="020B0604020202020204"/>
                <a:sym typeface="Arial" panose="020B0604020202020204"/>
              </a:rPr>
              <a:t> VS Code, </a:t>
            </a:r>
            <a:r>
              <a:rPr lang="en-US" altLang="en-US" sz="5770" dirty="0">
                <a:latin typeface="Arial" panose="020B0604020202020204"/>
                <a:ea typeface="Arial" panose="020B0604020202020204"/>
                <a:cs typeface="Arial" panose="020B0604020202020204"/>
                <a:sym typeface="Arial" panose="020B0604020202020204"/>
              </a:rPr>
              <a:t>Python Virtual Environment (venv)</a:t>
            </a:r>
            <a:r>
              <a:rPr lang="en-IN" altLang="en-US" sz="5770" dirty="0">
                <a:latin typeface="Arial" panose="020B0604020202020204"/>
                <a:ea typeface="Arial" panose="020B0604020202020204"/>
                <a:cs typeface="Arial" panose="020B0604020202020204"/>
                <a:sym typeface="Arial" panose="020B0604020202020204"/>
              </a:rPr>
              <a:t>, </a:t>
            </a:r>
            <a:r>
              <a:rPr lang="en-GB" sz="5770" dirty="0">
                <a:latin typeface="Arial" panose="020B0604020202020204"/>
                <a:ea typeface="Arial" panose="020B0604020202020204"/>
                <a:cs typeface="Arial" panose="020B0604020202020204"/>
                <a:sym typeface="Arial" panose="020B0604020202020204"/>
              </a:rPr>
              <a:t>GitHub</a:t>
            </a:r>
            <a:endParaRPr lang="en-GB" sz="5770" dirty="0">
              <a:latin typeface="Arial" panose="020B0604020202020204"/>
              <a:ea typeface="Arial" panose="020B0604020202020204"/>
              <a:cs typeface="Arial" panose="020B0604020202020204"/>
              <a:sym typeface="Arial" panose="020B0604020202020204"/>
            </a:endParaRPr>
          </a:p>
          <a:p>
            <a:pPr marL="422910" lvl="0" indent="-285750" algn="l" rtl="0">
              <a:lnSpc>
                <a:spcPct val="100000"/>
              </a:lnSpc>
              <a:spcBef>
                <a:spcPts val="0"/>
              </a:spcBef>
              <a:spcAft>
                <a:spcPts val="0"/>
              </a:spcAft>
              <a:buSzPct val="100000"/>
            </a:pPr>
            <a:endParaRPr sz="5770" dirty="0">
              <a:latin typeface="Arial" panose="020B0604020202020204"/>
              <a:ea typeface="Arial" panose="020B0604020202020204"/>
              <a:cs typeface="Arial" panose="020B0604020202020204"/>
              <a:sym typeface="Arial" panose="020B0604020202020204"/>
            </a:endParaRPr>
          </a:p>
          <a:p>
            <a:pPr marL="422910" lvl="0" indent="-285750" algn="l" rtl="0">
              <a:lnSpc>
                <a:spcPct val="100000"/>
              </a:lnSpc>
              <a:spcBef>
                <a:spcPts val="0"/>
              </a:spcBef>
              <a:spcAft>
                <a:spcPts val="0"/>
              </a:spcAft>
              <a:buSzPct val="100000"/>
            </a:pPr>
            <a:r>
              <a:rPr lang="en-GB" sz="5770" b="1" dirty="0">
                <a:latin typeface="Arial" panose="020B0604020202020204"/>
                <a:ea typeface="Arial" panose="020B0604020202020204"/>
                <a:cs typeface="Arial" panose="020B0604020202020204"/>
                <a:sym typeface="Arial" panose="020B0604020202020204"/>
              </a:rPr>
              <a:t>Deployment:</a:t>
            </a:r>
            <a:r>
              <a:rPr lang="en-GB" sz="5770" dirty="0">
                <a:latin typeface="Arial" panose="020B0604020202020204"/>
                <a:ea typeface="Arial" panose="020B0604020202020204"/>
                <a:cs typeface="Arial" panose="020B0604020202020204"/>
                <a:sym typeface="Arial" panose="020B0604020202020204"/>
              </a:rPr>
              <a:t> </a:t>
            </a:r>
            <a:r>
              <a:rPr lang="en-US" altLang="en-US" sz="5770" dirty="0">
                <a:latin typeface="Arial" panose="020B0604020202020204"/>
                <a:ea typeface="Arial" panose="020B0604020202020204"/>
                <a:cs typeface="Arial" panose="020B0604020202020204"/>
                <a:sym typeface="Arial" panose="020B0604020202020204"/>
              </a:rPr>
              <a:t>Localhost</a:t>
            </a:r>
            <a:r>
              <a:rPr lang="en-IN" altLang="en-US" sz="5770" dirty="0">
                <a:latin typeface="Arial" panose="020B0604020202020204"/>
                <a:ea typeface="Arial" panose="020B0604020202020204"/>
                <a:cs typeface="Arial" panose="020B0604020202020204"/>
                <a:sym typeface="Arial" panose="020B0604020202020204"/>
              </a:rPr>
              <a:t>, </a:t>
            </a:r>
            <a:r>
              <a:rPr lang="en-GB" sz="5770" dirty="0">
                <a:latin typeface="Arial" panose="020B0604020202020204"/>
                <a:ea typeface="Arial" panose="020B0604020202020204"/>
                <a:cs typeface="Arial" panose="020B0604020202020204"/>
                <a:sym typeface="Arial" panose="020B0604020202020204"/>
              </a:rPr>
              <a:t> </a:t>
            </a:r>
            <a:r>
              <a:rPr lang="en-US" altLang="en-US" sz="5770" dirty="0">
                <a:latin typeface="Arial" panose="020B0604020202020204"/>
                <a:ea typeface="Arial" panose="020B0604020202020204"/>
                <a:cs typeface="Arial" panose="020B0604020202020204"/>
                <a:sym typeface="Arial" panose="020B0604020202020204"/>
              </a:rPr>
              <a:t>Extendable to Cloud (AWS / Azure / GCP – future scope)</a:t>
            </a:r>
            <a:endParaRPr lang="en-US" altLang="en-US" sz="5770" dirty="0">
              <a:latin typeface="Arial" panose="020B0604020202020204"/>
              <a:ea typeface="Arial" panose="020B0604020202020204"/>
              <a:cs typeface="Arial" panose="020B0604020202020204"/>
              <a:sym typeface="Arial" panose="020B0604020202020204"/>
            </a:endParaRPr>
          </a:p>
          <a:p>
            <a:pPr marL="422910" lvl="0" indent="-285750" algn="l" rtl="0">
              <a:lnSpc>
                <a:spcPct val="100000"/>
              </a:lnSpc>
              <a:spcBef>
                <a:spcPts val="0"/>
              </a:spcBef>
              <a:spcAft>
                <a:spcPts val="0"/>
              </a:spcAft>
              <a:buSzPct val="100000"/>
            </a:pPr>
            <a:endParaRPr lang="en-US" altLang="en-US" sz="5770" dirty="0">
              <a:latin typeface="Arial" panose="020B0604020202020204"/>
              <a:ea typeface="Arial" panose="020B0604020202020204"/>
              <a:cs typeface="Arial" panose="020B0604020202020204"/>
              <a:sym typeface="Arial" panose="020B0604020202020204"/>
            </a:endParaRPr>
          </a:p>
          <a:p>
            <a:pPr marL="422910" lvl="0" indent="-285750" algn="l" rtl="0">
              <a:lnSpc>
                <a:spcPct val="100000"/>
              </a:lnSpc>
              <a:spcBef>
                <a:spcPts val="0"/>
              </a:spcBef>
              <a:spcAft>
                <a:spcPts val="0"/>
              </a:spcAft>
              <a:buSzPct val="100000"/>
            </a:pPr>
            <a:r>
              <a:rPr lang="en-GB" sz="5770" b="1" dirty="0">
                <a:latin typeface="Arial" panose="020B0604020202020204"/>
                <a:ea typeface="Arial" panose="020B0604020202020204"/>
                <a:cs typeface="Arial" panose="020B0604020202020204"/>
                <a:sym typeface="Arial" panose="020B0604020202020204"/>
              </a:rPr>
              <a:t>Additional Integrations:</a:t>
            </a:r>
            <a:r>
              <a:rPr lang="en-GB" sz="5770" dirty="0">
                <a:latin typeface="Arial" panose="020B0604020202020204"/>
                <a:ea typeface="Arial" panose="020B0604020202020204"/>
                <a:cs typeface="Arial" panose="020B0604020202020204"/>
                <a:sym typeface="Arial" panose="020B0604020202020204"/>
              </a:rPr>
              <a:t> </a:t>
            </a:r>
            <a:r>
              <a:rPr lang="en-US" altLang="en-US" sz="5770" dirty="0">
                <a:latin typeface="Arial" panose="020B0604020202020204"/>
                <a:ea typeface="Arial" panose="020B0604020202020204"/>
                <a:cs typeface="Arial" panose="020B0604020202020204"/>
                <a:sym typeface="Arial" panose="020B0604020202020204"/>
              </a:rPr>
              <a:t>Email/SMS notification systems (future scope)</a:t>
            </a:r>
            <a:r>
              <a:rPr lang="en-IN" altLang="en-US" sz="5770" dirty="0">
                <a:latin typeface="Arial" panose="020B0604020202020204"/>
                <a:ea typeface="Arial" panose="020B0604020202020204"/>
                <a:cs typeface="Arial" panose="020B0604020202020204"/>
                <a:sym typeface="Arial" panose="020B0604020202020204"/>
              </a:rPr>
              <a:t>, </a:t>
            </a:r>
            <a:r>
              <a:rPr lang="en-US" altLang="en-US" sz="5770" dirty="0">
                <a:latin typeface="Arial" panose="020B0604020202020204"/>
                <a:ea typeface="Arial" panose="020B0604020202020204"/>
                <a:cs typeface="Arial" panose="020B0604020202020204"/>
                <a:sym typeface="Arial" panose="020B0604020202020204"/>
              </a:rPr>
              <a:t>CSV/Excel upload modules</a:t>
            </a:r>
            <a:r>
              <a:rPr lang="en-IN" altLang="en-US" sz="5770" dirty="0">
                <a:latin typeface="Arial" panose="020B0604020202020204"/>
                <a:ea typeface="Arial" panose="020B0604020202020204"/>
                <a:cs typeface="Arial" panose="020B0604020202020204"/>
                <a:sym typeface="Arial" panose="020B0604020202020204"/>
              </a:rPr>
              <a:t>, </a:t>
            </a:r>
            <a:r>
              <a:rPr lang="en-US" altLang="en-US" sz="5770" dirty="0">
                <a:latin typeface="Arial" panose="020B0604020202020204"/>
                <a:ea typeface="Arial" panose="020B0604020202020204"/>
                <a:cs typeface="Arial" panose="020B0604020202020204"/>
                <a:sym typeface="Arial" panose="020B0604020202020204"/>
              </a:rPr>
              <a:t>Dashboard-based counselling insights</a:t>
            </a:r>
            <a:endParaRPr lang="en-US" altLang="en-US" sz="5770" dirty="0">
              <a:latin typeface="Arial" panose="020B0604020202020204"/>
              <a:ea typeface="Arial" panose="020B0604020202020204"/>
              <a:cs typeface="Arial" panose="020B0604020202020204"/>
              <a:sym typeface="Arial" panose="020B0604020202020204"/>
            </a:endParaRPr>
          </a:p>
          <a:p>
            <a:pPr marL="254000" lvl="0" indent="-139700" algn="just" rtl="0">
              <a:lnSpc>
                <a:spcPct val="100000"/>
              </a:lnSpc>
              <a:spcBef>
                <a:spcPts val="1200"/>
              </a:spcBef>
              <a:spcAft>
                <a:spcPts val="0"/>
              </a:spcAft>
              <a:buClr>
                <a:schemeClr val="dk1"/>
              </a:buClr>
              <a:buSzPct val="100000"/>
              <a:buNone/>
            </a:pPr>
            <a:endParaRPr dirty="0">
              <a:latin typeface="Cambria" panose="02040503050406030204"/>
              <a:ea typeface="Cambria" panose="02040503050406030204"/>
              <a:cs typeface="Cambria" panose="02040503050406030204"/>
              <a:sym typeface="Cambria" panose="02040503050406030204"/>
            </a:endParaRPr>
          </a:p>
          <a:p>
            <a:pPr marL="254000" lvl="0" indent="-139700" algn="just" rtl="0">
              <a:lnSpc>
                <a:spcPct val="100000"/>
              </a:lnSpc>
              <a:spcBef>
                <a:spcPts val="0"/>
              </a:spcBef>
              <a:spcAft>
                <a:spcPts val="0"/>
              </a:spcAft>
              <a:buClr>
                <a:schemeClr val="dk1"/>
              </a:buClr>
              <a:buSzPct val="100000"/>
              <a:buNone/>
            </a:pPr>
            <a:endParaRPr dirty="0">
              <a:latin typeface="Cambria" panose="02040503050406030204"/>
              <a:ea typeface="Cambria" panose="02040503050406030204"/>
              <a:cs typeface="Cambria" panose="02040503050406030204"/>
              <a:sym typeface="Cambria" panose="02040503050406030204"/>
            </a:endParaRPr>
          </a:p>
          <a:p>
            <a:pPr marL="254000" lvl="0" indent="-139700" algn="just" rtl="0">
              <a:lnSpc>
                <a:spcPct val="100000"/>
              </a:lnSpc>
              <a:spcBef>
                <a:spcPts val="0"/>
              </a:spcBef>
              <a:spcAft>
                <a:spcPts val="0"/>
              </a:spcAft>
              <a:buClr>
                <a:schemeClr val="dk1"/>
              </a:buClr>
              <a:buSzPct val="100000"/>
              <a:buNone/>
            </a:pPr>
            <a:endParaRPr dirty="0">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ct val="100000"/>
              <a:buNone/>
            </a:pPr>
            <a:endParaRPr dirty="0">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ct val="100000"/>
              <a:buNone/>
            </a:pPr>
            <a:endParaRPr dirty="0">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ct val="100000"/>
              <a:buNone/>
            </a:pPr>
            <a:endParaRPr dirty="0">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4294967295"/>
          </p:nvPr>
        </p:nvSpPr>
        <p:spPr>
          <a:xfrm>
            <a:off x="449580" y="693738"/>
            <a:ext cx="8122920" cy="4084637"/>
          </a:xfrm>
        </p:spPr>
        <p:txBody>
          <a:bodyPr/>
          <a:lstStyle/>
          <a:p>
            <a:pPr marL="114300" indent="0">
              <a:buNone/>
            </a:pPr>
            <a:r>
              <a:rPr lang="en-IN" b="1" dirty="0"/>
              <a:t>Innovation or Novel Contributions</a:t>
            </a:r>
            <a:endParaRPr lang="en-IN" b="1" dirty="0"/>
          </a:p>
          <a:p>
            <a:pPr>
              <a:buFont typeface="Wingdings" panose="05000000000000000000" pitchFamily="2" charset="2"/>
              <a:buChar char="Ø"/>
            </a:pPr>
            <a:r>
              <a:rPr lang="en-US" dirty="0"/>
              <a:t>Unified monitoring system that merges attendance, marks, attempts, and fee data into one platform.</a:t>
            </a:r>
            <a:endParaRPr lang="en-US" dirty="0"/>
          </a:p>
          <a:p>
            <a:pPr>
              <a:buFont typeface="Wingdings" panose="05000000000000000000" pitchFamily="2" charset="2"/>
              <a:buChar char="Ø"/>
            </a:pPr>
            <a:r>
              <a:rPr lang="en-US" dirty="0"/>
              <a:t>Early-warning alerts that identify struggling students weeks before exams using simple AI-driven insights.</a:t>
            </a:r>
            <a:endParaRPr lang="en-US" dirty="0"/>
          </a:p>
          <a:p>
            <a:pPr>
              <a:buFont typeface="Wingdings" panose="05000000000000000000" pitchFamily="2" charset="2"/>
              <a:buChar char="Ø"/>
            </a:pPr>
            <a:r>
              <a:rPr lang="en-US" dirty="0" err="1"/>
              <a:t>Colour</a:t>
            </a:r>
            <a:r>
              <a:rPr lang="en-US" dirty="0"/>
              <a:t>-coded risk levels that make academic challenges easy for non-technical mentors and faculty to understand.</a:t>
            </a:r>
            <a:endParaRPr lang="en-US" dirty="0"/>
          </a:p>
          <a:p>
            <a:pPr>
              <a:buFont typeface="Wingdings" panose="05000000000000000000" pitchFamily="2" charset="2"/>
              <a:buChar char="Ø"/>
            </a:pPr>
            <a:r>
              <a:rPr lang="en-US" dirty="0"/>
              <a:t>Low-cost, lightweight solution that works with existing spreadsheets and avoids expensive commercial tools.</a:t>
            </a:r>
            <a:endParaRPr lang="en-US" dirty="0"/>
          </a:p>
          <a:p>
            <a:pPr>
              <a:buFont typeface="Wingdings" panose="05000000000000000000" pitchFamily="2" charset="2"/>
              <a:buChar char="Ø"/>
            </a:pPr>
            <a:r>
              <a:rPr lang="en-US" dirty="0"/>
              <a:t>Empowers educators with timely information instead of replacing human decision-making or judgment.</a:t>
            </a:r>
            <a:endParaRPr lang="en-IN"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3"/>
          <p:cNvSpPr txBox="1">
            <a:spLocks noGrp="1"/>
          </p:cNvSpPr>
          <p:nvPr>
            <p:ph type="title"/>
          </p:nvPr>
        </p:nvSpPr>
        <p:spPr>
          <a:xfrm>
            <a:off x="609600" y="205978"/>
            <a:ext cx="8001000" cy="365700"/>
          </a:xfrm>
          <a:prstGeom prst="rect">
            <a:avLst/>
          </a:prstGeom>
          <a:noFill/>
          <a:ln>
            <a:noFill/>
          </a:ln>
        </p:spPr>
        <p:txBody>
          <a:bodyPr spcFirstLastPara="1" wrap="square" lIns="68575" tIns="34275" rIns="68575" bIns="34275" anchor="ctr" anchorCtr="0">
            <a:noAutofit/>
          </a:bodyPr>
          <a:lstStyle/>
          <a:p>
            <a:pPr marL="114300" lvl="0" indent="0" algn="l" rtl="0">
              <a:lnSpc>
                <a:spcPct val="200000"/>
              </a:lnSpc>
              <a:spcBef>
                <a:spcPts val="0"/>
              </a:spcBef>
              <a:spcAft>
                <a:spcPts val="0"/>
              </a:spcAft>
              <a:buSzPts val="2100"/>
              <a:buNone/>
            </a:pPr>
            <a:r>
              <a:rPr lang="en-GB">
                <a:latin typeface="Cambria" panose="02040503050406030204"/>
                <a:ea typeface="Cambria" panose="02040503050406030204"/>
                <a:cs typeface="Cambria" panose="02040503050406030204"/>
                <a:sym typeface="Cambria" panose="02040503050406030204"/>
              </a:rPr>
              <a:t>Github Link</a:t>
            </a:r>
            <a:endParaRPr>
              <a:latin typeface="Cambria" panose="02040503050406030204"/>
              <a:ea typeface="Cambria" panose="02040503050406030204"/>
              <a:cs typeface="Cambria" panose="02040503050406030204"/>
              <a:sym typeface="Cambria" panose="02040503050406030204"/>
            </a:endParaRPr>
          </a:p>
        </p:txBody>
      </p:sp>
      <p:sp>
        <p:nvSpPr>
          <p:cNvPr id="187" name="Google Shape;187;p33"/>
          <p:cNvSpPr txBox="1">
            <a:spLocks noGrp="1"/>
          </p:cNvSpPr>
          <p:nvPr>
            <p:ph type="body" idx="1"/>
          </p:nvPr>
        </p:nvSpPr>
        <p:spPr>
          <a:xfrm>
            <a:off x="609600" y="857250"/>
            <a:ext cx="8001000" cy="3714900"/>
          </a:xfrm>
          <a:prstGeom prst="rect">
            <a:avLst/>
          </a:prstGeom>
          <a:noFill/>
          <a:ln>
            <a:noFill/>
          </a:ln>
        </p:spPr>
        <p:txBody>
          <a:bodyPr spcFirstLastPara="1" wrap="square" lIns="68575" tIns="34275" rIns="68575" bIns="34275" anchor="t" anchorCtr="0">
            <a:normAutofit/>
          </a:bodyPr>
          <a:lstStyle/>
          <a:p>
            <a:pPr marL="254000" lvl="0" indent="-139700" algn="just" rtl="0">
              <a:lnSpc>
                <a:spcPct val="100000"/>
              </a:lnSpc>
              <a:spcBef>
                <a:spcPts val="0"/>
              </a:spcBef>
              <a:spcAft>
                <a:spcPts val="0"/>
              </a:spcAft>
              <a:buClr>
                <a:schemeClr val="dk1"/>
              </a:buClr>
              <a:buSzPts val="1800"/>
              <a:buNone/>
            </a:pPr>
            <a:endParaRPr>
              <a:latin typeface="Cambria" panose="02040503050406030204"/>
              <a:ea typeface="Cambria" panose="02040503050406030204"/>
              <a:cs typeface="Cambria" panose="02040503050406030204"/>
              <a:sym typeface="Cambria" panose="02040503050406030204"/>
            </a:endParaRPr>
          </a:p>
          <a:p>
            <a:pPr marL="254000" lvl="0" indent="-139700" algn="just" rtl="0">
              <a:lnSpc>
                <a:spcPct val="100000"/>
              </a:lnSpc>
              <a:spcBef>
                <a:spcPts val="0"/>
              </a:spcBef>
              <a:spcAft>
                <a:spcPts val="0"/>
              </a:spcAft>
              <a:buClr>
                <a:schemeClr val="dk1"/>
              </a:buClr>
              <a:buSzPts val="1800"/>
              <a:buNone/>
            </a:pPr>
            <a:endParaRPr>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ts val="1800"/>
              <a:buNone/>
            </a:pPr>
            <a:endParaRPr>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ts val="1800"/>
              <a:buNone/>
            </a:pPr>
            <a:endParaRPr>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ts val="1800"/>
              <a:buNone/>
            </a:pPr>
            <a:endParaRPr>
              <a:latin typeface="Cambria" panose="02040503050406030204"/>
              <a:ea typeface="Cambria" panose="02040503050406030204"/>
              <a:cs typeface="Cambria" panose="02040503050406030204"/>
              <a:sym typeface="Cambria" panose="02040503050406030204"/>
            </a:endParaRPr>
          </a:p>
        </p:txBody>
      </p:sp>
      <p:sp>
        <p:nvSpPr>
          <p:cNvPr id="188" name="Google Shape;188;p33"/>
          <p:cNvSpPr txBox="1"/>
          <p:nvPr/>
        </p:nvSpPr>
        <p:spPr>
          <a:xfrm>
            <a:off x="723900" y="971550"/>
            <a:ext cx="8001000" cy="3714900"/>
          </a:xfrm>
          <a:prstGeom prst="rect">
            <a:avLst/>
          </a:prstGeom>
          <a:noFill/>
          <a:ln>
            <a:noFill/>
          </a:ln>
        </p:spPr>
        <p:txBody>
          <a:bodyPr spcFirstLastPara="1" wrap="square" lIns="68575" tIns="34275" rIns="68575" bIns="34275" anchor="t" anchorCtr="0">
            <a:normAutofit/>
          </a:bodyPr>
          <a:lstStyle/>
          <a:p>
            <a:pPr marL="254000" marR="0" lvl="0" indent="-139700" algn="just"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254000" marR="0" lvl="0" indent="-139700" algn="just"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254000" marR="0" lvl="0" indent="-139700" algn="just" rtl="0">
              <a:lnSpc>
                <a:spcPct val="2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254000" marR="0" lvl="0" indent="-139700" algn="just" rtl="0">
              <a:lnSpc>
                <a:spcPct val="2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254000" marR="0" lvl="0" indent="-139700" algn="just" rtl="0">
              <a:lnSpc>
                <a:spcPct val="2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p:txBody>
      </p:sp>
      <p:sp>
        <p:nvSpPr>
          <p:cNvPr id="189" name="Google Shape;189;p33"/>
          <p:cNvSpPr txBox="1"/>
          <p:nvPr/>
        </p:nvSpPr>
        <p:spPr>
          <a:xfrm>
            <a:off x="609600" y="857250"/>
            <a:ext cx="8001000" cy="3133800"/>
          </a:xfrm>
          <a:prstGeom prst="rect">
            <a:avLst/>
          </a:prstGeom>
          <a:noFill/>
          <a:ln>
            <a:noFill/>
          </a:ln>
        </p:spPr>
        <p:txBody>
          <a:bodyPr spcFirstLastPara="1" wrap="square" lIns="68575" tIns="34275" rIns="68575" bIns="34275" anchor="t" anchorCtr="0">
            <a:normAutofit/>
          </a:bodyPr>
          <a:lstStyle/>
          <a:p>
            <a:pPr marL="254000" marR="0" lvl="0" indent="-139700" algn="just" rtl="0">
              <a:lnSpc>
                <a:spcPct val="100000"/>
              </a:lnSpc>
              <a:spcBef>
                <a:spcPts val="0"/>
              </a:spcBef>
              <a:spcAft>
                <a:spcPts val="0"/>
              </a:spcAft>
              <a:buClr>
                <a:schemeClr val="dk1"/>
              </a:buClr>
              <a:buSzPts val="1800"/>
              <a:buFont typeface="Arial" panose="020B0604020202020204"/>
              <a:buNone/>
            </a:pPr>
            <a:r>
              <a:rPr lang="en-GB" sz="1800" b="0" i="0" u="none" strike="noStrike" cap="none">
                <a:solidFill>
                  <a:schemeClr val="dk1"/>
                </a:solidFill>
                <a:latin typeface="Cambria" panose="02040503050406030204"/>
                <a:ea typeface="Cambria" panose="02040503050406030204"/>
                <a:cs typeface="Cambria" panose="02040503050406030204"/>
                <a:sym typeface="Cambria" panose="02040503050406030204"/>
              </a:rPr>
              <a:t>The Github link provided should have public access permission.</a:t>
            </a:r>
            <a:endParaRPr sz="1100"/>
          </a:p>
          <a:p>
            <a:pPr marL="254000" marR="0" lvl="0" indent="-139700" algn="just"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254000" marR="0" lvl="0" indent="-139700" algn="just" rtl="0">
              <a:lnSpc>
                <a:spcPct val="100000"/>
              </a:lnSpc>
              <a:spcBef>
                <a:spcPts val="0"/>
              </a:spcBef>
              <a:spcAft>
                <a:spcPts val="0"/>
              </a:spcAft>
              <a:buClr>
                <a:schemeClr val="dk1"/>
              </a:buClr>
              <a:buSzPts val="1800"/>
              <a:buFont typeface="Arial" panose="020B0604020202020204"/>
              <a:buNone/>
            </a:pPr>
            <a:r>
              <a:rPr lang="en-GB" sz="1800" b="1" i="0" u="none" strike="noStrike" cap="none">
                <a:solidFill>
                  <a:srgbClr val="953734"/>
                </a:solidFill>
                <a:latin typeface="Cambria" panose="02040503050406030204"/>
                <a:ea typeface="Cambria" panose="02040503050406030204"/>
                <a:cs typeface="Cambria" panose="02040503050406030204"/>
                <a:sym typeface="Cambria" panose="02040503050406030204"/>
              </a:rPr>
              <a:t>Github Link</a:t>
            </a:r>
            <a:endParaRPr sz="1100"/>
          </a:p>
          <a:p>
            <a:pPr marL="254000" marR="0" lvl="0" indent="-139700" algn="just"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254000" marR="0" lvl="0" indent="-139700" algn="just" rtl="0">
              <a:lnSpc>
                <a:spcPct val="2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254000" marR="0" lvl="0" indent="-139700" algn="just" rtl="0">
              <a:lnSpc>
                <a:spcPct val="2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254000" marR="0" lvl="0" indent="-139700" algn="just" rtl="0">
              <a:lnSpc>
                <a:spcPct val="2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4"/>
          <p:cNvSpPr txBox="1">
            <a:spLocks noGrp="1"/>
          </p:cNvSpPr>
          <p:nvPr>
            <p:ph type="title"/>
          </p:nvPr>
        </p:nvSpPr>
        <p:spPr>
          <a:xfrm>
            <a:off x="609600" y="205978"/>
            <a:ext cx="8001000" cy="365625"/>
          </a:xfrm>
          <a:prstGeom prst="rect">
            <a:avLst/>
          </a:prstGeom>
          <a:noFill/>
          <a:ln>
            <a:noFill/>
          </a:ln>
        </p:spPr>
        <p:txBody>
          <a:bodyPr spcFirstLastPara="1" wrap="square" lIns="68575" tIns="34275" rIns="68575" bIns="34275" anchor="ctr" anchorCtr="0">
            <a:noAutofit/>
          </a:bodyPr>
          <a:lstStyle/>
          <a:p>
            <a:pPr marL="114300" lvl="0" indent="0" algn="l" rtl="0">
              <a:lnSpc>
                <a:spcPct val="200000"/>
              </a:lnSpc>
              <a:spcBef>
                <a:spcPts val="0"/>
              </a:spcBef>
              <a:spcAft>
                <a:spcPts val="0"/>
              </a:spcAft>
              <a:buSzPts val="2100"/>
              <a:buNone/>
            </a:pPr>
            <a:r>
              <a:rPr lang="en-GB">
                <a:latin typeface="Cambria" panose="02040503050406030204"/>
                <a:ea typeface="Cambria" panose="02040503050406030204"/>
                <a:cs typeface="Cambria" panose="02040503050406030204"/>
                <a:sym typeface="Cambria" panose="02040503050406030204"/>
              </a:rPr>
              <a:t>Analysis of Problem Statement </a:t>
            </a:r>
            <a:r>
              <a:rPr lang="en-GB" sz="1500">
                <a:latin typeface="Cambria" panose="02040503050406030204"/>
                <a:ea typeface="Cambria" panose="02040503050406030204"/>
                <a:cs typeface="Cambria" panose="02040503050406030204"/>
                <a:sym typeface="Cambria" panose="02040503050406030204"/>
              </a:rPr>
              <a:t>(contd...)</a:t>
            </a:r>
            <a:endParaRPr>
              <a:latin typeface="Cambria" panose="02040503050406030204"/>
              <a:ea typeface="Cambria" panose="02040503050406030204"/>
              <a:cs typeface="Cambria" panose="02040503050406030204"/>
              <a:sym typeface="Cambria" panose="02040503050406030204"/>
            </a:endParaRPr>
          </a:p>
        </p:txBody>
      </p:sp>
      <p:sp>
        <p:nvSpPr>
          <p:cNvPr id="195" name="Google Shape;195;p34"/>
          <p:cNvSpPr txBox="1">
            <a:spLocks noGrp="1"/>
          </p:cNvSpPr>
          <p:nvPr>
            <p:ph type="body" idx="1"/>
          </p:nvPr>
        </p:nvSpPr>
        <p:spPr>
          <a:xfrm>
            <a:off x="571500" y="843450"/>
            <a:ext cx="8001000" cy="3714900"/>
          </a:xfrm>
          <a:prstGeom prst="rect">
            <a:avLst/>
          </a:prstGeom>
          <a:noFill/>
          <a:ln>
            <a:noFill/>
          </a:ln>
        </p:spPr>
        <p:txBody>
          <a:bodyPr spcFirstLastPara="1" wrap="square" lIns="68575" tIns="34275" rIns="68575" bIns="34275" anchor="t" anchorCtr="0">
            <a:normAutofit fontScale="25000" lnSpcReduction="20000"/>
          </a:bodyPr>
          <a:lstStyle/>
          <a:p>
            <a:pPr marL="254000" lvl="0" indent="-139700" algn="just" rtl="0">
              <a:lnSpc>
                <a:spcPct val="200000"/>
              </a:lnSpc>
              <a:spcBef>
                <a:spcPts val="0"/>
              </a:spcBef>
              <a:spcAft>
                <a:spcPts val="0"/>
              </a:spcAft>
              <a:buClr>
                <a:schemeClr val="dk1"/>
              </a:buClr>
              <a:buSzPct val="27000"/>
              <a:buNone/>
            </a:pPr>
            <a:r>
              <a:rPr lang="en-GB" sz="7200" b="1" dirty="0">
                <a:latin typeface="Cambria" panose="02040503050406030204"/>
                <a:ea typeface="Cambria" panose="02040503050406030204"/>
                <a:cs typeface="Cambria" panose="02040503050406030204"/>
                <a:sym typeface="Cambria" panose="02040503050406030204"/>
              </a:rPr>
              <a:t>Software and Hardware Requirements:</a:t>
            </a:r>
            <a:endParaRPr sz="7200" b="1" dirty="0">
              <a:latin typeface="Cambria" panose="02040503050406030204"/>
              <a:ea typeface="Cambria" panose="02040503050406030204"/>
              <a:cs typeface="Cambria" panose="02040503050406030204"/>
              <a:sym typeface="Cambria" panose="02040503050406030204"/>
            </a:endParaRPr>
          </a:p>
          <a:p>
            <a:pPr marL="114300" lvl="0" indent="0" algn="just" rtl="0">
              <a:lnSpc>
                <a:spcPct val="200000"/>
              </a:lnSpc>
              <a:spcBef>
                <a:spcPts val="0"/>
              </a:spcBef>
              <a:spcAft>
                <a:spcPts val="0"/>
              </a:spcAft>
              <a:buClr>
                <a:schemeClr val="dk1"/>
              </a:buClr>
              <a:buSzPts val="275"/>
              <a:buFont typeface="Arial" panose="020B0604020202020204"/>
              <a:buNone/>
            </a:pPr>
            <a:r>
              <a:rPr lang="en-GB" sz="6665" b="1" dirty="0">
                <a:latin typeface="Cambria" panose="02040503050406030204"/>
                <a:ea typeface="Cambria" panose="02040503050406030204"/>
                <a:cs typeface="Cambria" panose="02040503050406030204"/>
                <a:sym typeface="Cambria" panose="02040503050406030204"/>
              </a:rPr>
              <a:t>Software Requirements</a:t>
            </a:r>
            <a:endParaRPr sz="6665" b="1" dirty="0">
              <a:latin typeface="Cambria" panose="02040503050406030204"/>
              <a:ea typeface="Cambria" panose="02040503050406030204"/>
              <a:cs typeface="Cambria" panose="02040503050406030204"/>
              <a:sym typeface="Cambria" panose="02040503050406030204"/>
            </a:endParaRPr>
          </a:p>
          <a:p>
            <a:pPr lvl="0" algn="just" rtl="0">
              <a:lnSpc>
                <a:spcPct val="200000"/>
              </a:lnSpc>
              <a:spcBef>
                <a:spcPts val="0"/>
              </a:spcBef>
              <a:spcAft>
                <a:spcPts val="0"/>
              </a:spcAft>
              <a:buClr>
                <a:schemeClr val="dk1"/>
              </a:buClr>
              <a:buSzPts val="275"/>
            </a:pPr>
            <a:r>
              <a:rPr lang="en-GB" sz="7065" b="1" dirty="0">
                <a:latin typeface="Cambria" panose="02040503050406030204"/>
                <a:ea typeface="Cambria" panose="02040503050406030204"/>
                <a:cs typeface="Cambria" panose="02040503050406030204"/>
                <a:sym typeface="Cambria" panose="02040503050406030204"/>
              </a:rPr>
              <a:t>OS</a:t>
            </a:r>
            <a:r>
              <a:rPr lang="en-GB" sz="7065" dirty="0">
                <a:latin typeface="Cambria" panose="02040503050406030204"/>
                <a:ea typeface="Cambria" panose="02040503050406030204"/>
                <a:cs typeface="Cambria" panose="02040503050406030204"/>
                <a:sym typeface="Cambria" panose="02040503050406030204"/>
              </a:rPr>
              <a:t>: Windows / Linux / macOS</a:t>
            </a:r>
            <a:endParaRPr sz="7065" dirty="0">
              <a:latin typeface="Cambria" panose="02040503050406030204"/>
              <a:ea typeface="Cambria" panose="02040503050406030204"/>
              <a:cs typeface="Cambria" panose="02040503050406030204"/>
              <a:sym typeface="Cambria" panose="02040503050406030204"/>
            </a:endParaRPr>
          </a:p>
          <a:p>
            <a:pPr lvl="0" algn="just" rtl="0">
              <a:lnSpc>
                <a:spcPct val="200000"/>
              </a:lnSpc>
              <a:spcBef>
                <a:spcPts val="0"/>
              </a:spcBef>
              <a:spcAft>
                <a:spcPts val="0"/>
              </a:spcAft>
              <a:buClr>
                <a:schemeClr val="dk1"/>
              </a:buClr>
              <a:buSzPts val="275"/>
            </a:pPr>
            <a:r>
              <a:rPr lang="en-GB" sz="7065" b="1" dirty="0">
                <a:latin typeface="Cambria" panose="02040503050406030204"/>
                <a:ea typeface="Cambria" panose="02040503050406030204"/>
                <a:cs typeface="Cambria" panose="02040503050406030204"/>
                <a:sym typeface="Cambria" panose="02040503050406030204"/>
              </a:rPr>
              <a:t>Languages</a:t>
            </a:r>
            <a:r>
              <a:rPr lang="en-GB" sz="7065" dirty="0">
                <a:latin typeface="Cambria" panose="02040503050406030204"/>
                <a:ea typeface="Cambria" panose="02040503050406030204"/>
                <a:cs typeface="Cambria" panose="02040503050406030204"/>
                <a:sym typeface="Cambria" panose="02040503050406030204"/>
              </a:rPr>
              <a:t>: Python</a:t>
            </a:r>
            <a:endParaRPr lang="en-GB" sz="7065" dirty="0">
              <a:latin typeface="Cambria" panose="02040503050406030204"/>
              <a:ea typeface="Cambria" panose="02040503050406030204"/>
              <a:cs typeface="Cambria" panose="02040503050406030204"/>
              <a:sym typeface="Cambria" panose="02040503050406030204"/>
            </a:endParaRPr>
          </a:p>
          <a:p>
            <a:pPr lvl="0" algn="just" rtl="0">
              <a:lnSpc>
                <a:spcPct val="200000"/>
              </a:lnSpc>
              <a:spcBef>
                <a:spcPts val="0"/>
              </a:spcBef>
              <a:spcAft>
                <a:spcPts val="0"/>
              </a:spcAft>
              <a:buClr>
                <a:schemeClr val="dk1"/>
              </a:buClr>
              <a:buSzPts val="275"/>
            </a:pPr>
            <a:r>
              <a:rPr lang="en-GB" sz="7065" b="1" dirty="0">
                <a:latin typeface="Cambria" panose="02040503050406030204"/>
                <a:ea typeface="Cambria" panose="02040503050406030204"/>
                <a:cs typeface="Cambria" panose="02040503050406030204"/>
                <a:sym typeface="Cambria" panose="02040503050406030204"/>
              </a:rPr>
              <a:t>Libraries</a:t>
            </a:r>
            <a:r>
              <a:rPr lang="en-GB" sz="7065" dirty="0">
                <a:latin typeface="Cambria" panose="02040503050406030204"/>
                <a:ea typeface="Cambria" panose="02040503050406030204"/>
                <a:cs typeface="Cambria" panose="02040503050406030204"/>
                <a:sym typeface="Cambria" panose="02040503050406030204"/>
              </a:rPr>
              <a:t>: </a:t>
            </a:r>
            <a:r>
              <a:rPr lang="en-US" altLang="en-US" sz="7065" dirty="0">
                <a:latin typeface="Cambria" panose="02040503050406030204"/>
                <a:ea typeface="Cambria" panose="02040503050406030204"/>
                <a:cs typeface="Cambria" panose="02040503050406030204"/>
                <a:sym typeface="Cambria" panose="02040503050406030204"/>
              </a:rPr>
              <a:t>Pandas</a:t>
            </a:r>
            <a:r>
              <a:rPr lang="en-IN" altLang="en-US" sz="7065" dirty="0">
                <a:latin typeface="Cambria" panose="02040503050406030204"/>
                <a:ea typeface="Cambria" panose="02040503050406030204"/>
                <a:cs typeface="Cambria" panose="02040503050406030204"/>
                <a:sym typeface="Cambria" panose="02040503050406030204"/>
              </a:rPr>
              <a:t>, </a:t>
            </a:r>
            <a:r>
              <a:rPr lang="en-US" altLang="en-US" sz="7065" dirty="0">
                <a:latin typeface="Cambria" panose="02040503050406030204"/>
                <a:ea typeface="Cambria" panose="02040503050406030204"/>
                <a:cs typeface="Cambria" panose="02040503050406030204"/>
                <a:sym typeface="Cambria" panose="02040503050406030204"/>
              </a:rPr>
              <a:t>Requests</a:t>
            </a:r>
            <a:r>
              <a:rPr lang="en-IN" altLang="en-US" sz="7065" dirty="0">
                <a:latin typeface="Cambria" panose="02040503050406030204"/>
                <a:ea typeface="Cambria" panose="02040503050406030204"/>
                <a:cs typeface="Cambria" panose="02040503050406030204"/>
                <a:sym typeface="Cambria" panose="02040503050406030204"/>
              </a:rPr>
              <a:t>, </a:t>
            </a:r>
            <a:r>
              <a:rPr lang="en-US" altLang="en-US" sz="7065" dirty="0">
                <a:latin typeface="Cambria" panose="02040503050406030204"/>
                <a:ea typeface="Cambria" panose="02040503050406030204"/>
                <a:cs typeface="Cambria" panose="02040503050406030204"/>
                <a:sym typeface="Cambria" panose="02040503050406030204"/>
              </a:rPr>
              <a:t>Pydantic</a:t>
            </a:r>
            <a:endParaRPr lang="en-US" altLang="en-US" sz="7065" dirty="0">
              <a:latin typeface="Cambria" panose="02040503050406030204"/>
              <a:ea typeface="Cambria" panose="02040503050406030204"/>
              <a:cs typeface="Cambria" panose="02040503050406030204"/>
              <a:sym typeface="Cambria" panose="02040503050406030204"/>
            </a:endParaRPr>
          </a:p>
          <a:p>
            <a:pPr lvl="0" algn="just" rtl="0">
              <a:lnSpc>
                <a:spcPct val="200000"/>
              </a:lnSpc>
              <a:spcBef>
                <a:spcPts val="0"/>
              </a:spcBef>
              <a:spcAft>
                <a:spcPts val="0"/>
              </a:spcAft>
              <a:buClr>
                <a:schemeClr val="dk1"/>
              </a:buClr>
              <a:buSzPts val="275"/>
            </a:pPr>
            <a:r>
              <a:rPr lang="en-GB" sz="7065" b="1" dirty="0">
                <a:latin typeface="Cambria" panose="02040503050406030204"/>
                <a:ea typeface="Cambria" panose="02040503050406030204"/>
                <a:cs typeface="Cambria" panose="02040503050406030204"/>
                <a:sym typeface="Cambria" panose="02040503050406030204"/>
              </a:rPr>
              <a:t>Frameworks</a:t>
            </a:r>
            <a:r>
              <a:rPr lang="en-GB" sz="7065" dirty="0">
                <a:latin typeface="Cambria" panose="02040503050406030204"/>
                <a:ea typeface="Cambria" panose="02040503050406030204"/>
                <a:cs typeface="Cambria" panose="02040503050406030204"/>
                <a:sym typeface="Cambria" panose="02040503050406030204"/>
              </a:rPr>
              <a:t>: </a:t>
            </a:r>
            <a:r>
              <a:rPr lang="en-GB" sz="7065" dirty="0" err="1">
                <a:latin typeface="Cambria" panose="02040503050406030204"/>
                <a:ea typeface="Cambria" panose="02040503050406030204"/>
                <a:cs typeface="Cambria" panose="02040503050406030204"/>
                <a:sym typeface="Cambria" panose="02040503050406030204"/>
              </a:rPr>
              <a:t>Streamlit</a:t>
            </a:r>
            <a:r>
              <a:rPr lang="en-GB" sz="7065" dirty="0">
                <a:latin typeface="Cambria" panose="02040503050406030204"/>
                <a:ea typeface="Cambria" panose="02040503050406030204"/>
                <a:cs typeface="Cambria" panose="02040503050406030204"/>
                <a:sym typeface="Cambria" panose="02040503050406030204"/>
              </a:rPr>
              <a:t>, </a:t>
            </a:r>
            <a:r>
              <a:rPr lang="en-US" altLang="en-US" sz="7065" dirty="0">
                <a:latin typeface="Cambria" panose="02040503050406030204"/>
                <a:ea typeface="Cambria" panose="02040503050406030204"/>
                <a:cs typeface="Cambria" panose="02040503050406030204"/>
                <a:sym typeface="Cambria" panose="02040503050406030204"/>
              </a:rPr>
              <a:t>FastAPI</a:t>
            </a:r>
            <a:endParaRPr lang="en-US" altLang="en-US" sz="7065" dirty="0">
              <a:latin typeface="Cambria" panose="02040503050406030204"/>
              <a:ea typeface="Cambria" panose="02040503050406030204"/>
              <a:cs typeface="Cambria" panose="02040503050406030204"/>
              <a:sym typeface="Cambria" panose="02040503050406030204"/>
            </a:endParaRPr>
          </a:p>
          <a:p>
            <a:pPr lvl="0" algn="just" rtl="0">
              <a:lnSpc>
                <a:spcPct val="200000"/>
              </a:lnSpc>
              <a:spcBef>
                <a:spcPts val="0"/>
              </a:spcBef>
              <a:spcAft>
                <a:spcPts val="0"/>
              </a:spcAft>
              <a:buClr>
                <a:schemeClr val="dk1"/>
              </a:buClr>
              <a:buSzPts val="275"/>
            </a:pPr>
            <a:r>
              <a:rPr lang="en-GB" sz="7065" b="1" dirty="0">
                <a:latin typeface="Cambria" panose="02040503050406030204"/>
                <a:ea typeface="Cambria" panose="02040503050406030204"/>
                <a:cs typeface="Cambria" panose="02040503050406030204"/>
                <a:sym typeface="Cambria" panose="02040503050406030204"/>
              </a:rPr>
              <a:t>Tools</a:t>
            </a:r>
            <a:r>
              <a:rPr lang="en-GB" sz="7065" dirty="0">
                <a:latin typeface="Cambria" panose="02040503050406030204"/>
                <a:ea typeface="Cambria" panose="02040503050406030204"/>
                <a:cs typeface="Cambria" panose="02040503050406030204"/>
                <a:sym typeface="Cambria" panose="02040503050406030204"/>
              </a:rPr>
              <a:t>: VS Code, </a:t>
            </a:r>
            <a:r>
              <a:rPr lang="en-US" altLang="en-US" sz="7065" dirty="0">
                <a:latin typeface="Cambria" panose="02040503050406030204"/>
                <a:ea typeface="Cambria" panose="02040503050406030204"/>
                <a:cs typeface="Cambria" panose="02040503050406030204"/>
                <a:sym typeface="Cambria" panose="02040503050406030204"/>
              </a:rPr>
              <a:t>DB Browser for SQLite</a:t>
            </a:r>
            <a:r>
              <a:rPr lang="en-IN" altLang="en-US" sz="7065" dirty="0">
                <a:latin typeface="Cambria" panose="02040503050406030204"/>
                <a:ea typeface="Cambria" panose="02040503050406030204"/>
                <a:cs typeface="Cambria" panose="02040503050406030204"/>
                <a:sym typeface="Cambria" panose="02040503050406030204"/>
              </a:rPr>
              <a:t>, </a:t>
            </a:r>
            <a:r>
              <a:rPr lang="en-US" altLang="en-US" sz="7065" dirty="0">
                <a:latin typeface="Cambria" panose="02040503050406030204"/>
                <a:ea typeface="Cambria" panose="02040503050406030204"/>
                <a:cs typeface="Cambria" panose="02040503050406030204"/>
                <a:sym typeface="Cambria" panose="02040503050406030204"/>
              </a:rPr>
              <a:t>Web Browser (Chrome/Edge)</a:t>
            </a:r>
            <a:endParaRPr lang="en-US" altLang="en-US" sz="7065" dirty="0">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ts val="275"/>
              <a:buFont typeface="Arial" panose="020B0604020202020204"/>
              <a:buNone/>
            </a:pPr>
            <a:endParaRPr sz="4665" dirty="0">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ct val="100000"/>
              <a:buNone/>
            </a:pPr>
            <a:r>
              <a:rPr lang="en-GB" dirty="0">
                <a:latin typeface="Cambria" panose="02040503050406030204"/>
                <a:ea typeface="Cambria" panose="02040503050406030204"/>
                <a:cs typeface="Cambria" panose="02040503050406030204"/>
                <a:sym typeface="Cambria" panose="02040503050406030204"/>
              </a:rPr>
              <a:t> </a:t>
            </a:r>
            <a:endParaRPr dirty="0"/>
          </a:p>
          <a:p>
            <a:pPr marL="254000" lvl="0" indent="-139700" algn="just" rtl="0">
              <a:lnSpc>
                <a:spcPct val="200000"/>
              </a:lnSpc>
              <a:spcBef>
                <a:spcPts val="0"/>
              </a:spcBef>
              <a:spcAft>
                <a:spcPts val="0"/>
              </a:spcAft>
              <a:buClr>
                <a:schemeClr val="dk1"/>
              </a:buClr>
              <a:buSzPct val="100000"/>
              <a:buNone/>
            </a:pPr>
            <a:endParaRPr dirty="0">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ct val="100000"/>
              <a:buNone/>
            </a:pPr>
            <a:endParaRPr dirty="0">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5"/>
          <p:cNvSpPr txBox="1">
            <a:spLocks noGrp="1"/>
          </p:cNvSpPr>
          <p:nvPr>
            <p:ph type="title"/>
          </p:nvPr>
        </p:nvSpPr>
        <p:spPr>
          <a:xfrm>
            <a:off x="609600" y="205978"/>
            <a:ext cx="8001000" cy="365700"/>
          </a:xfrm>
          <a:prstGeom prst="rect">
            <a:avLst/>
          </a:prstGeom>
          <a:noFill/>
          <a:ln>
            <a:noFill/>
          </a:ln>
        </p:spPr>
        <p:txBody>
          <a:bodyPr spcFirstLastPara="1" wrap="square" lIns="68575" tIns="34275" rIns="68575" bIns="34275" anchor="ctr" anchorCtr="0">
            <a:noAutofit/>
          </a:bodyPr>
          <a:lstStyle/>
          <a:p>
            <a:pPr marL="114300" lvl="0" indent="0" algn="l" rtl="0">
              <a:lnSpc>
                <a:spcPct val="200000"/>
              </a:lnSpc>
              <a:spcBef>
                <a:spcPts val="0"/>
              </a:spcBef>
              <a:spcAft>
                <a:spcPts val="0"/>
              </a:spcAft>
              <a:buSzPts val="2100"/>
              <a:buNone/>
            </a:pPr>
            <a:r>
              <a:rPr lang="en-GB">
                <a:latin typeface="Cambria" panose="02040503050406030204"/>
                <a:ea typeface="Cambria" panose="02040503050406030204"/>
                <a:cs typeface="Cambria" panose="02040503050406030204"/>
                <a:sym typeface="Cambria" panose="02040503050406030204"/>
              </a:rPr>
              <a:t>Analysis of Problem Statement </a:t>
            </a:r>
            <a:r>
              <a:rPr lang="en-GB" sz="1500">
                <a:latin typeface="Cambria" panose="02040503050406030204"/>
                <a:ea typeface="Cambria" panose="02040503050406030204"/>
                <a:cs typeface="Cambria" panose="02040503050406030204"/>
                <a:sym typeface="Cambria" panose="02040503050406030204"/>
              </a:rPr>
              <a:t>(contd...)</a:t>
            </a:r>
            <a:endParaRPr>
              <a:latin typeface="Cambria" panose="02040503050406030204"/>
              <a:ea typeface="Cambria" panose="02040503050406030204"/>
              <a:cs typeface="Cambria" panose="02040503050406030204"/>
              <a:sym typeface="Cambria" panose="02040503050406030204"/>
            </a:endParaRPr>
          </a:p>
        </p:txBody>
      </p:sp>
      <p:sp>
        <p:nvSpPr>
          <p:cNvPr id="201" name="Google Shape;201;p35"/>
          <p:cNvSpPr txBox="1">
            <a:spLocks noGrp="1"/>
          </p:cNvSpPr>
          <p:nvPr>
            <p:ph type="body" idx="1"/>
          </p:nvPr>
        </p:nvSpPr>
        <p:spPr>
          <a:xfrm>
            <a:off x="609600" y="857250"/>
            <a:ext cx="8001000" cy="3714900"/>
          </a:xfrm>
          <a:prstGeom prst="rect">
            <a:avLst/>
          </a:prstGeom>
          <a:noFill/>
          <a:ln>
            <a:noFill/>
          </a:ln>
        </p:spPr>
        <p:txBody>
          <a:bodyPr spcFirstLastPara="1" wrap="square" lIns="68575" tIns="34275" rIns="68575" bIns="34275" anchor="t" anchorCtr="0">
            <a:normAutofit fontScale="25000" lnSpcReduction="20000"/>
          </a:bodyPr>
          <a:lstStyle/>
          <a:p>
            <a:pPr marL="254000" lvl="0" indent="-139700" algn="just" rtl="0">
              <a:lnSpc>
                <a:spcPct val="200000"/>
              </a:lnSpc>
              <a:spcBef>
                <a:spcPts val="0"/>
              </a:spcBef>
              <a:spcAft>
                <a:spcPts val="0"/>
              </a:spcAft>
              <a:buClr>
                <a:schemeClr val="dk1"/>
              </a:buClr>
              <a:buSzPct val="28000"/>
              <a:buNone/>
            </a:pPr>
            <a:r>
              <a:rPr lang="en-GB" sz="7200" b="1">
                <a:latin typeface="Cambria" panose="02040503050406030204"/>
                <a:ea typeface="Cambria" panose="02040503050406030204"/>
                <a:cs typeface="Cambria" panose="02040503050406030204"/>
                <a:sym typeface="Cambria" panose="02040503050406030204"/>
              </a:rPr>
              <a:t>Software and Hardware Requirements:</a:t>
            </a:r>
            <a:endParaRPr sz="7200" b="1">
              <a:latin typeface="Cambria" panose="02040503050406030204"/>
              <a:ea typeface="Cambria" panose="02040503050406030204"/>
              <a:cs typeface="Cambria" panose="02040503050406030204"/>
              <a:sym typeface="Cambria" panose="02040503050406030204"/>
            </a:endParaRPr>
          </a:p>
          <a:p>
            <a:pPr marL="114300" lvl="0" indent="0" algn="just" rtl="0">
              <a:lnSpc>
                <a:spcPct val="200000"/>
              </a:lnSpc>
              <a:spcBef>
                <a:spcPts val="0"/>
              </a:spcBef>
              <a:spcAft>
                <a:spcPts val="0"/>
              </a:spcAft>
              <a:buClr>
                <a:schemeClr val="dk1"/>
              </a:buClr>
              <a:buSzPts val="275"/>
              <a:buNone/>
            </a:pPr>
            <a:r>
              <a:rPr lang="en-GB" sz="6860" b="1">
                <a:latin typeface="Cambria" panose="02040503050406030204"/>
                <a:ea typeface="Cambria" panose="02040503050406030204"/>
                <a:cs typeface="Cambria" panose="02040503050406030204"/>
                <a:sym typeface="Cambria" panose="02040503050406030204"/>
              </a:rPr>
              <a:t>Hardware Requirements:</a:t>
            </a:r>
            <a:endParaRPr sz="6860" b="1">
              <a:latin typeface="Cambria" panose="02040503050406030204"/>
              <a:ea typeface="Cambria" panose="02040503050406030204"/>
              <a:cs typeface="Cambria" panose="02040503050406030204"/>
              <a:sym typeface="Cambria" panose="02040503050406030204"/>
            </a:endParaRPr>
          </a:p>
          <a:p>
            <a:pPr lvl="0" algn="just" rtl="0">
              <a:lnSpc>
                <a:spcPct val="200000"/>
              </a:lnSpc>
              <a:spcBef>
                <a:spcPts val="0"/>
              </a:spcBef>
              <a:spcAft>
                <a:spcPts val="0"/>
              </a:spcAft>
              <a:buClr>
                <a:schemeClr val="dk1"/>
              </a:buClr>
              <a:buSzPts val="275"/>
            </a:pPr>
            <a:r>
              <a:rPr lang="en-GB" sz="6860" b="1">
                <a:latin typeface="Cambria" panose="02040503050406030204"/>
                <a:ea typeface="Cambria" panose="02040503050406030204"/>
                <a:cs typeface="Cambria" panose="02040503050406030204"/>
                <a:sym typeface="Cambria" panose="02040503050406030204"/>
              </a:rPr>
              <a:t>Processor:</a:t>
            </a:r>
            <a:r>
              <a:rPr lang="en-GB" sz="6860">
                <a:latin typeface="Cambria" panose="02040503050406030204"/>
                <a:ea typeface="Cambria" panose="02040503050406030204"/>
                <a:cs typeface="Cambria" panose="02040503050406030204"/>
                <a:sym typeface="Cambria" panose="02040503050406030204"/>
              </a:rPr>
              <a:t> </a:t>
            </a:r>
            <a:r>
              <a:rPr lang="en-US" altLang="en-US" sz="6860">
                <a:latin typeface="Cambria" panose="02040503050406030204"/>
                <a:ea typeface="Cambria" panose="02040503050406030204"/>
                <a:cs typeface="Cambria" panose="02040503050406030204"/>
                <a:sym typeface="Cambria" panose="02040503050406030204"/>
              </a:rPr>
              <a:t>Intel i5 / AMD equivalent or higher</a:t>
            </a:r>
            <a:endParaRPr lang="en-US" altLang="en-US" sz="6860">
              <a:latin typeface="Cambria" panose="02040503050406030204"/>
              <a:ea typeface="Cambria" panose="02040503050406030204"/>
              <a:cs typeface="Cambria" panose="02040503050406030204"/>
              <a:sym typeface="Cambria" panose="02040503050406030204"/>
            </a:endParaRPr>
          </a:p>
          <a:p>
            <a:pPr lvl="0" algn="just" rtl="0">
              <a:lnSpc>
                <a:spcPct val="200000"/>
              </a:lnSpc>
              <a:spcBef>
                <a:spcPts val="0"/>
              </a:spcBef>
              <a:spcAft>
                <a:spcPts val="0"/>
              </a:spcAft>
              <a:buClr>
                <a:schemeClr val="dk1"/>
              </a:buClr>
              <a:buSzPts val="275"/>
            </a:pPr>
            <a:r>
              <a:rPr lang="en-GB" sz="6860" b="1">
                <a:latin typeface="Cambria" panose="02040503050406030204"/>
                <a:ea typeface="Cambria" panose="02040503050406030204"/>
                <a:cs typeface="Cambria" panose="02040503050406030204"/>
                <a:sym typeface="Cambria" panose="02040503050406030204"/>
              </a:rPr>
              <a:t>GPU: </a:t>
            </a:r>
            <a:r>
              <a:rPr lang="en-US" altLang="en-US" sz="6860">
                <a:latin typeface="Cambria" panose="02040503050406030204"/>
                <a:ea typeface="Cambria" panose="02040503050406030204"/>
                <a:cs typeface="Cambria" panose="02040503050406030204"/>
                <a:sym typeface="Cambria" panose="02040503050406030204"/>
              </a:rPr>
              <a:t>Not mandatory (CPU-based processing sufficient)</a:t>
            </a:r>
            <a:endParaRPr lang="en-US" altLang="en-US" sz="6860">
              <a:latin typeface="Cambria" panose="02040503050406030204"/>
              <a:ea typeface="Cambria" panose="02040503050406030204"/>
              <a:cs typeface="Cambria" panose="02040503050406030204"/>
              <a:sym typeface="Cambria" panose="02040503050406030204"/>
            </a:endParaRPr>
          </a:p>
          <a:p>
            <a:pPr lvl="0" algn="just" rtl="0">
              <a:lnSpc>
                <a:spcPct val="200000"/>
              </a:lnSpc>
              <a:spcBef>
                <a:spcPts val="0"/>
              </a:spcBef>
              <a:spcAft>
                <a:spcPts val="0"/>
              </a:spcAft>
              <a:buClr>
                <a:schemeClr val="dk1"/>
              </a:buClr>
              <a:buSzPts val="275"/>
            </a:pPr>
            <a:r>
              <a:rPr lang="en-GB" sz="6860" b="1">
                <a:latin typeface="Cambria" panose="02040503050406030204"/>
                <a:ea typeface="Cambria" panose="02040503050406030204"/>
                <a:cs typeface="Cambria" panose="02040503050406030204"/>
                <a:sym typeface="Cambria" panose="02040503050406030204"/>
              </a:rPr>
              <a:t>RAM: </a:t>
            </a:r>
            <a:r>
              <a:rPr lang="en-US" altLang="en-US" sz="6860">
                <a:latin typeface="Cambria" panose="02040503050406030204"/>
                <a:ea typeface="Cambria" panose="02040503050406030204"/>
                <a:cs typeface="Cambria" panose="02040503050406030204"/>
                <a:sym typeface="Cambria" panose="02040503050406030204"/>
              </a:rPr>
              <a:t>8 GB minimum</a:t>
            </a:r>
            <a:endParaRPr lang="en-US" altLang="en-US" sz="6860">
              <a:latin typeface="Cambria" panose="02040503050406030204"/>
              <a:ea typeface="Cambria" panose="02040503050406030204"/>
              <a:cs typeface="Cambria" panose="02040503050406030204"/>
              <a:sym typeface="Cambria" panose="02040503050406030204"/>
            </a:endParaRPr>
          </a:p>
          <a:p>
            <a:pPr lvl="0" algn="just" rtl="0">
              <a:lnSpc>
                <a:spcPct val="200000"/>
              </a:lnSpc>
              <a:spcBef>
                <a:spcPts val="0"/>
              </a:spcBef>
              <a:spcAft>
                <a:spcPts val="0"/>
              </a:spcAft>
              <a:buClr>
                <a:schemeClr val="dk1"/>
              </a:buClr>
              <a:buSzPts val="275"/>
            </a:pPr>
            <a:r>
              <a:rPr lang="en-GB" sz="6860" b="1">
                <a:latin typeface="Cambria" panose="02040503050406030204"/>
                <a:ea typeface="Cambria" panose="02040503050406030204"/>
                <a:cs typeface="Cambria" panose="02040503050406030204"/>
                <a:sym typeface="Cambria" panose="02040503050406030204"/>
              </a:rPr>
              <a:t>Storage: </a:t>
            </a:r>
            <a:r>
              <a:rPr lang="en-GB" sz="6860">
                <a:latin typeface="Cambria" panose="02040503050406030204"/>
                <a:ea typeface="Cambria" panose="02040503050406030204"/>
                <a:cs typeface="Cambria" panose="02040503050406030204"/>
                <a:sym typeface="Cambria" panose="02040503050406030204"/>
              </a:rPr>
              <a:t>256 GB </a:t>
            </a:r>
            <a:endParaRPr lang="en-GB" sz="6860">
              <a:latin typeface="Cambria" panose="02040503050406030204"/>
              <a:ea typeface="Cambria" panose="02040503050406030204"/>
              <a:cs typeface="Cambria" panose="02040503050406030204"/>
              <a:sym typeface="Cambria" panose="02040503050406030204"/>
            </a:endParaRPr>
          </a:p>
          <a:p>
            <a:pPr lvl="0" algn="just" rtl="0">
              <a:lnSpc>
                <a:spcPct val="200000"/>
              </a:lnSpc>
              <a:spcBef>
                <a:spcPts val="0"/>
              </a:spcBef>
              <a:spcAft>
                <a:spcPts val="0"/>
              </a:spcAft>
              <a:buClr>
                <a:schemeClr val="dk1"/>
              </a:buClr>
              <a:buSzPts val="275"/>
            </a:pPr>
            <a:r>
              <a:rPr lang="en-GB" sz="6860" b="1">
                <a:latin typeface="Cambria" panose="02040503050406030204"/>
                <a:ea typeface="Cambria" panose="02040503050406030204"/>
                <a:cs typeface="Cambria" panose="02040503050406030204"/>
                <a:sym typeface="Cambria" panose="02040503050406030204"/>
              </a:rPr>
              <a:t>Internet:</a:t>
            </a:r>
            <a:r>
              <a:rPr lang="en-IN" altLang="en-GB" sz="6860" b="1">
                <a:latin typeface="Cambria" panose="02040503050406030204"/>
                <a:ea typeface="Cambria" panose="02040503050406030204"/>
                <a:cs typeface="Cambria" panose="02040503050406030204"/>
                <a:sym typeface="Cambria" panose="02040503050406030204"/>
              </a:rPr>
              <a:t> </a:t>
            </a:r>
            <a:r>
              <a:rPr lang="en-US" altLang="en-US" sz="6400">
                <a:latin typeface="Cambria" panose="02040503050406030204"/>
                <a:ea typeface="Cambria" panose="02040503050406030204"/>
                <a:cs typeface="Cambria" panose="02040503050406030204"/>
                <a:sym typeface="Cambria" panose="02040503050406030204"/>
              </a:rPr>
              <a:t>Stable internet connection (for API calls &amp; development)</a:t>
            </a:r>
            <a:endParaRPr lang="en-US" altLang="en-US" sz="4460" b="1">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ts val="275"/>
              <a:buNone/>
            </a:pPr>
            <a:endParaRPr sz="4665">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ct val="100000"/>
              <a:buNone/>
            </a:pPr>
            <a:r>
              <a:rPr lang="en-GB">
                <a:latin typeface="Cambria" panose="02040503050406030204"/>
                <a:ea typeface="Cambria" panose="02040503050406030204"/>
                <a:cs typeface="Cambria" panose="02040503050406030204"/>
                <a:sym typeface="Cambria" panose="02040503050406030204"/>
              </a:rPr>
              <a:t> </a:t>
            </a:r>
            <a:endParaRPr lang="en-GB">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ct val="100000"/>
              <a:buNone/>
            </a:pPr>
            <a:endParaRPr>
              <a:latin typeface="Cambria" panose="02040503050406030204"/>
              <a:ea typeface="Cambria" panose="02040503050406030204"/>
              <a:cs typeface="Cambria" panose="02040503050406030204"/>
              <a:sym typeface="Cambria" panose="02040503050406030204"/>
            </a:endParaRPr>
          </a:p>
          <a:p>
            <a:pPr marL="254000" lvl="0" indent="-139700" algn="just" rtl="0">
              <a:lnSpc>
                <a:spcPct val="200000"/>
              </a:lnSpc>
              <a:spcBef>
                <a:spcPts val="0"/>
              </a:spcBef>
              <a:spcAft>
                <a:spcPts val="0"/>
              </a:spcAft>
              <a:buClr>
                <a:schemeClr val="dk1"/>
              </a:buClr>
              <a:buSzPct val="100000"/>
              <a:buNone/>
            </a:pPr>
            <a:endParaRPr>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6"/>
          <p:cNvSpPr txBox="1">
            <a:spLocks noGrp="1"/>
          </p:cNvSpPr>
          <p:nvPr>
            <p:ph type="title"/>
          </p:nvPr>
        </p:nvSpPr>
        <p:spPr>
          <a:xfrm>
            <a:off x="899532" y="281076"/>
            <a:ext cx="8001000" cy="365625"/>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rgbClr val="17365D"/>
              </a:buClr>
              <a:buSzPts val="2100"/>
              <a:buFont typeface="Verdana" panose="020B0604030504040204"/>
              <a:buNone/>
            </a:pPr>
            <a:r>
              <a:rPr lang="en-GB" dirty="0">
                <a:latin typeface="Cambria" panose="02040503050406030204"/>
                <a:ea typeface="Cambria" panose="02040503050406030204"/>
                <a:cs typeface="Cambria" panose="02040503050406030204"/>
                <a:sym typeface="Cambria" panose="02040503050406030204"/>
              </a:rPr>
              <a:t>Timeline of the Project (Gantt Chart)</a:t>
            </a:r>
            <a:endParaRPr dirty="0">
              <a:latin typeface="Cambria" panose="02040503050406030204"/>
              <a:ea typeface="Cambria" panose="02040503050406030204"/>
              <a:cs typeface="Cambria" panose="02040503050406030204"/>
              <a:sym typeface="Cambria" panose="02040503050406030204"/>
            </a:endParaRPr>
          </a:p>
        </p:txBody>
      </p:sp>
      <p:sp>
        <p:nvSpPr>
          <p:cNvPr id="3" name="Text Placeholder 2"/>
          <p:cNvSpPr>
            <a:spLocks noGrp="1"/>
          </p:cNvSpPr>
          <p:nvPr>
            <p:ph type="body" idx="1"/>
          </p:nvPr>
        </p:nvSpPr>
        <p:spPr>
          <a:xfrm>
            <a:off x="609600" y="857251"/>
            <a:ext cx="7726680" cy="3608069"/>
          </a:xfrm>
        </p:spPr>
        <p:txBody>
          <a:bodyPr/>
          <a:lstStyle/>
          <a:p>
            <a:endParaRPr lang="en-IN" dirty="0"/>
          </a:p>
        </p:txBody>
      </p:sp>
      <p:pic>
        <p:nvPicPr>
          <p:cNvPr id="5" name="Picture 4"/>
          <p:cNvPicPr>
            <a:picLocks noChangeAspect="1"/>
          </p:cNvPicPr>
          <p:nvPr/>
        </p:nvPicPr>
        <p:blipFill>
          <a:blip r:embed="rId1"/>
          <a:stretch>
            <a:fillRect/>
          </a:stretch>
        </p:blipFill>
        <p:spPr>
          <a:xfrm>
            <a:off x="354327" y="740003"/>
            <a:ext cx="8111493" cy="3778657"/>
          </a:xfrm>
          <a:prstGeom prst="rect">
            <a:avLst/>
          </a:prstGeom>
        </p:spPr>
      </p:pic>
      <p:pic>
        <p:nvPicPr>
          <p:cNvPr id="4" name="Picture 3"/>
          <p:cNvPicPr>
            <a:picLocks noChangeAspect="1"/>
          </p:cNvPicPr>
          <p:nvPr/>
        </p:nvPicPr>
        <p:blipFill>
          <a:blip r:embed="rId2"/>
          <a:stretch>
            <a:fillRect/>
          </a:stretch>
        </p:blipFill>
        <p:spPr>
          <a:xfrm>
            <a:off x="0" y="578098"/>
            <a:ext cx="9144000" cy="3987304"/>
          </a:xfrm>
          <a:prstGeom prst="rect">
            <a:avLst/>
          </a:prstGeom>
        </p:spPr>
      </p:pic>
      <p:pic>
        <p:nvPicPr>
          <p:cNvPr id="9" name="Picture 8"/>
          <p:cNvPicPr>
            <a:picLocks noChangeAspect="1"/>
          </p:cNvPicPr>
          <p:nvPr/>
        </p:nvPicPr>
        <p:blipFill>
          <a:blip r:embed="rId3"/>
          <a:stretch>
            <a:fillRect/>
          </a:stretch>
        </p:blipFill>
        <p:spPr>
          <a:xfrm>
            <a:off x="134937" y="656183"/>
            <a:ext cx="8874125" cy="381431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7"/>
          <p:cNvSpPr txBox="1">
            <a:spLocks noGrp="1"/>
          </p:cNvSpPr>
          <p:nvPr>
            <p:ph type="title"/>
          </p:nvPr>
        </p:nvSpPr>
        <p:spPr>
          <a:xfrm>
            <a:off x="609600" y="205978"/>
            <a:ext cx="8001000" cy="365625"/>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2100"/>
              <a:buNone/>
            </a:pPr>
            <a:r>
              <a:rPr lang="en-GB">
                <a:latin typeface="Cambria" panose="02040503050406030204"/>
                <a:ea typeface="Cambria" panose="02040503050406030204"/>
                <a:cs typeface="Cambria" panose="02040503050406030204"/>
                <a:sym typeface="Cambria" panose="02040503050406030204"/>
              </a:rPr>
              <a:t>References (IEEE Paper format)</a:t>
            </a:r>
            <a:endParaRPr>
              <a:latin typeface="Cambria" panose="02040503050406030204"/>
              <a:ea typeface="Cambria" panose="02040503050406030204"/>
              <a:cs typeface="Cambria" panose="02040503050406030204"/>
              <a:sym typeface="Cambria" panose="02040503050406030204"/>
            </a:endParaRPr>
          </a:p>
        </p:txBody>
      </p:sp>
      <p:sp>
        <p:nvSpPr>
          <p:cNvPr id="214" name="Google Shape;214;p37"/>
          <p:cNvSpPr txBox="1">
            <a:spLocks noGrp="1"/>
          </p:cNvSpPr>
          <p:nvPr>
            <p:ph type="body" idx="1"/>
          </p:nvPr>
        </p:nvSpPr>
        <p:spPr>
          <a:xfrm>
            <a:off x="609600" y="857251"/>
            <a:ext cx="8001000" cy="3714750"/>
          </a:xfrm>
          <a:prstGeom prst="rect">
            <a:avLst/>
          </a:prstGeom>
          <a:noFill/>
          <a:ln>
            <a:noFill/>
          </a:ln>
        </p:spPr>
        <p:txBody>
          <a:bodyPr spcFirstLastPara="1" wrap="square" lIns="68575" tIns="34275" rIns="68575" bIns="34275" anchor="t" anchorCtr="0">
            <a:normAutofit fontScale="92500" lnSpcReduction="10000"/>
          </a:bodyPr>
          <a:lstStyle/>
          <a:p>
            <a:pPr marL="114300" lvl="0" indent="0" algn="l" rtl="0">
              <a:spcBef>
                <a:spcPts val="0"/>
              </a:spcBef>
              <a:spcAft>
                <a:spcPts val="0"/>
              </a:spcAft>
              <a:buClr>
                <a:schemeClr val="dk1"/>
              </a:buClr>
              <a:buSzPct val="61000"/>
              <a:buFont typeface="Arial" panose="020B0604020202020204"/>
              <a:buNone/>
            </a:pPr>
            <a:r>
              <a:rPr lang="en-GB" b="1" dirty="0">
                <a:latin typeface="Cambria" panose="02040503050406030204"/>
                <a:ea typeface="Cambria" panose="02040503050406030204"/>
                <a:cs typeface="Cambria" panose="02040503050406030204"/>
                <a:sym typeface="Cambria" panose="02040503050406030204"/>
              </a:rPr>
              <a:t>Redefined SDG Mapping:</a:t>
            </a:r>
            <a:endParaRPr b="1" dirty="0">
              <a:latin typeface="Cambria" panose="02040503050406030204"/>
              <a:ea typeface="Cambria" panose="02040503050406030204"/>
              <a:cs typeface="Cambria" panose="02040503050406030204"/>
              <a:sym typeface="Cambria" panose="02040503050406030204"/>
            </a:endParaRPr>
          </a:p>
          <a:p>
            <a:pPr lvl="0" algn="l" rtl="0">
              <a:spcBef>
                <a:spcPts val="0"/>
              </a:spcBef>
              <a:spcAft>
                <a:spcPts val="0"/>
              </a:spcAft>
              <a:buClr>
                <a:schemeClr val="dk1"/>
              </a:buClr>
              <a:buSzPct val="58000"/>
              <a:buFont typeface="Wingdings" panose="05000000000000000000" pitchFamily="2" charset="2"/>
              <a:buChar char="§"/>
            </a:pPr>
            <a:r>
              <a:rPr lang="en-GB" dirty="0">
                <a:latin typeface="Verdana" panose="020B0604030504040204" pitchFamily="34" charset="0"/>
                <a:ea typeface="Verdana" panose="020B0604030504040204" pitchFamily="34" charset="0"/>
                <a:cs typeface="Cambria" panose="02040503050406030204"/>
                <a:sym typeface="Cambria" panose="02040503050406030204"/>
              </a:rPr>
              <a:t>SDG 4: Quality Education – Ensure inclusive and equitable quality education and promote lifelong learning opportunities for all.</a:t>
            </a:r>
            <a:endParaRPr dirty="0">
              <a:latin typeface="Verdana" panose="020B0604030504040204" pitchFamily="34" charset="0"/>
              <a:ea typeface="Verdana" panose="020B0604030504040204" pitchFamily="34" charset="0"/>
              <a:cs typeface="Cambria" panose="02040503050406030204"/>
              <a:sym typeface="Cambria" panose="02040503050406030204"/>
            </a:endParaRPr>
          </a:p>
          <a:p>
            <a:pPr lvl="0">
              <a:spcBef>
                <a:spcPts val="0"/>
              </a:spcBef>
              <a:buSzPct val="58000"/>
              <a:buFont typeface="Wingdings" panose="05000000000000000000" pitchFamily="2" charset="2"/>
              <a:buChar char="§"/>
            </a:pPr>
            <a:r>
              <a:rPr lang="en-GB" dirty="0">
                <a:latin typeface="Verdana" panose="020B0604030504040204" pitchFamily="34" charset="0"/>
                <a:ea typeface="Verdana" panose="020B0604030504040204" pitchFamily="34" charset="0"/>
                <a:cs typeface="Cambria" panose="02040503050406030204"/>
                <a:sym typeface="Cambria" panose="02040503050406030204"/>
              </a:rPr>
              <a:t>SDG 10: </a:t>
            </a:r>
            <a:r>
              <a:rPr lang="en-US" dirty="0">
                <a:latin typeface="Verdana" panose="020B0604030504040204" pitchFamily="34" charset="0"/>
                <a:ea typeface="Verdana" panose="020B0604030504040204" pitchFamily="34" charset="0"/>
              </a:rPr>
              <a:t>Reduced Inequalities – Provide equal academic support to students from diverse backgrounds by identifying risk early.</a:t>
            </a:r>
            <a:endParaRPr lang="en-US" dirty="0">
              <a:latin typeface="Verdana" panose="020B0604030504040204" pitchFamily="34" charset="0"/>
              <a:ea typeface="Verdana" panose="020B0604030504040204" pitchFamily="34" charset="0"/>
            </a:endParaRPr>
          </a:p>
          <a:p>
            <a:pPr marL="114300" lvl="0" indent="0">
              <a:spcBef>
                <a:spcPts val="0"/>
              </a:spcBef>
              <a:buSzPct val="58000"/>
              <a:buNone/>
            </a:pPr>
            <a:endParaRPr dirty="0">
              <a:latin typeface="+mn-lt"/>
              <a:ea typeface="Cambria" panose="02040503050406030204"/>
              <a:cs typeface="Cambria" panose="02040503050406030204"/>
              <a:sym typeface="Cambria" panose="02040503050406030204"/>
            </a:endParaRPr>
          </a:p>
          <a:p>
            <a:pPr marL="114300" lvl="0" indent="0" algn="l" rtl="0">
              <a:spcBef>
                <a:spcPts val="0"/>
              </a:spcBef>
              <a:spcAft>
                <a:spcPts val="0"/>
              </a:spcAft>
              <a:buClr>
                <a:schemeClr val="dk1"/>
              </a:buClr>
              <a:buSzPct val="61000"/>
              <a:buFont typeface="Arial" panose="020B0604020202020204"/>
              <a:buNone/>
            </a:pPr>
            <a:r>
              <a:rPr lang="en-GB" b="1" dirty="0">
                <a:latin typeface="Cambria" panose="02040503050406030204"/>
                <a:ea typeface="Cambria" panose="02040503050406030204"/>
                <a:cs typeface="Cambria" panose="02040503050406030204"/>
                <a:sym typeface="Cambria" panose="02040503050406030204"/>
              </a:rPr>
              <a:t>Impact:</a:t>
            </a:r>
            <a:endParaRPr lang="en-GB" b="1" dirty="0">
              <a:latin typeface="Cambria" panose="02040503050406030204"/>
              <a:ea typeface="Cambria" panose="02040503050406030204"/>
              <a:cs typeface="Cambria" panose="02040503050406030204"/>
              <a:sym typeface="Cambria" panose="02040503050406030204"/>
            </a:endParaRPr>
          </a:p>
          <a:p>
            <a:pPr lvl="0">
              <a:spcBef>
                <a:spcPts val="0"/>
              </a:spcBef>
              <a:buSzPct val="61000"/>
              <a:buFont typeface="Wingdings" panose="05000000000000000000" pitchFamily="2" charset="2"/>
              <a:buChar char="§"/>
            </a:pPr>
            <a:r>
              <a:rPr lang="en-US" dirty="0"/>
              <a:t>Helps institutions detect struggling students early and reduce dropout numbers.</a:t>
            </a:r>
            <a:endParaRPr lang="en-US" dirty="0"/>
          </a:p>
          <a:p>
            <a:pPr lvl="0">
              <a:spcBef>
                <a:spcPts val="0"/>
              </a:spcBef>
              <a:buSzPct val="61000"/>
              <a:buFont typeface="Wingdings" panose="05000000000000000000" pitchFamily="2" charset="2"/>
              <a:buChar char="§"/>
            </a:pPr>
            <a:r>
              <a:rPr lang="en-US" dirty="0"/>
              <a:t>Supports mentors and counsellors with timely insights for personalized guidance.</a:t>
            </a:r>
            <a:endParaRPr lang="en-US" dirty="0"/>
          </a:p>
          <a:p>
            <a:pPr lvl="0">
              <a:spcBef>
                <a:spcPts val="0"/>
              </a:spcBef>
              <a:buSzPct val="61000"/>
              <a:buFont typeface="Wingdings" panose="05000000000000000000" pitchFamily="2" charset="2"/>
              <a:buChar char="§"/>
            </a:pPr>
            <a:r>
              <a:rPr lang="en-US" dirty="0"/>
              <a:t>Unifies scattered student records into a single system, simplifying monitoring.</a:t>
            </a:r>
            <a:endParaRPr lang="en-US" dirty="0"/>
          </a:p>
          <a:p>
            <a:pPr lvl="0">
              <a:spcBef>
                <a:spcPts val="0"/>
              </a:spcBef>
              <a:buSzPct val="61000"/>
              <a:buFont typeface="Wingdings" panose="05000000000000000000" pitchFamily="2" charset="2"/>
              <a:buChar char="§"/>
            </a:pPr>
            <a:r>
              <a:rPr lang="en-US" dirty="0"/>
              <a:t>Builds a proactive academic support ecosystem without expensive tools.</a:t>
            </a:r>
            <a:endParaRPr lang="en-GB" b="1" dirty="0">
              <a:latin typeface="Cambria" panose="02040503050406030204"/>
              <a:ea typeface="Cambria" panose="02040503050406030204"/>
              <a:cs typeface="Cambria" panose="02040503050406030204"/>
              <a:sym typeface="Cambria" panose="02040503050406030204"/>
            </a:endParaRPr>
          </a:p>
          <a:p>
            <a:pPr marL="114300" lvl="0" indent="0" algn="l" rtl="0">
              <a:spcBef>
                <a:spcPts val="0"/>
              </a:spcBef>
              <a:spcAft>
                <a:spcPts val="0"/>
              </a:spcAft>
              <a:buClr>
                <a:schemeClr val="dk1"/>
              </a:buClr>
              <a:buSzPct val="61000"/>
              <a:buFont typeface="Arial" panose="020B0604020202020204"/>
              <a:buNone/>
            </a:pPr>
            <a:endParaRPr b="1" dirty="0">
              <a:latin typeface="Cambria" panose="02040503050406030204"/>
              <a:ea typeface="Cambria" panose="02040503050406030204"/>
              <a:cs typeface="Cambria" panose="02040503050406030204"/>
              <a:sym typeface="Cambria" panose="02040503050406030204"/>
            </a:endParaRPr>
          </a:p>
          <a:p>
            <a:pPr marL="114300" lvl="0" indent="0" algn="l" rtl="0">
              <a:lnSpc>
                <a:spcPct val="100000"/>
              </a:lnSpc>
              <a:spcBef>
                <a:spcPts val="0"/>
              </a:spcBef>
              <a:spcAft>
                <a:spcPts val="0"/>
              </a:spcAft>
              <a:buSzPct val="94000"/>
              <a:buNone/>
            </a:pPr>
            <a:endParaRPr sz="1910" dirty="0">
              <a:latin typeface="Cambria" panose="02040503050406030204"/>
              <a:ea typeface="Cambria" panose="02040503050406030204"/>
              <a:cs typeface="Cambria" panose="02040503050406030204"/>
              <a:sym typeface="Cambria" panose="02040503050406030204"/>
            </a:endParaRPr>
          </a:p>
          <a:p>
            <a:pPr marL="114300" lvl="0" indent="0" algn="l" rtl="0">
              <a:lnSpc>
                <a:spcPct val="100000"/>
              </a:lnSpc>
              <a:spcBef>
                <a:spcPts val="0"/>
              </a:spcBef>
              <a:spcAft>
                <a:spcPts val="0"/>
              </a:spcAft>
              <a:buSzPct val="100000"/>
              <a:buNone/>
            </a:pPr>
            <a:endParaRPr dirty="0">
              <a:latin typeface="Cambria" panose="02040503050406030204"/>
              <a:ea typeface="Cambria" panose="02040503050406030204"/>
              <a:cs typeface="Cambria" panose="02040503050406030204"/>
              <a:sym typeface="Cambria" panose="02040503050406030204"/>
            </a:endParaRPr>
          </a:p>
          <a:p>
            <a:pPr marL="114300" lvl="0" indent="0" algn="l" rtl="0">
              <a:lnSpc>
                <a:spcPct val="100000"/>
              </a:lnSpc>
              <a:spcBef>
                <a:spcPts val="0"/>
              </a:spcBef>
              <a:spcAft>
                <a:spcPts val="0"/>
              </a:spcAft>
              <a:buSzPct val="100000"/>
              <a:buNone/>
            </a:pPr>
            <a:endParaRPr dirty="0">
              <a:latin typeface="Cambria" panose="02040503050406030204"/>
              <a:ea typeface="Cambria" panose="02040503050406030204"/>
              <a:cs typeface="Cambria" panose="02040503050406030204"/>
              <a:sym typeface="Cambria" panose="02040503050406030204"/>
            </a:endParaRPr>
          </a:p>
          <a:p>
            <a:pPr marL="114300" lvl="0" indent="0" algn="l" rtl="0">
              <a:lnSpc>
                <a:spcPct val="100000"/>
              </a:lnSpc>
              <a:spcBef>
                <a:spcPts val="0"/>
              </a:spcBef>
              <a:spcAft>
                <a:spcPts val="0"/>
              </a:spcAft>
              <a:buSzPct val="100000"/>
              <a:buNone/>
            </a:pPr>
            <a:endParaRPr dirty="0">
              <a:latin typeface="Cambria" panose="02040503050406030204"/>
              <a:ea typeface="Cambria" panose="02040503050406030204"/>
              <a:cs typeface="Cambria" panose="02040503050406030204"/>
              <a:sym typeface="Cambria" panose="02040503050406030204"/>
            </a:endParaRPr>
          </a:p>
        </p:txBody>
      </p:sp>
      <p:sp>
        <p:nvSpPr>
          <p:cNvPr id="2"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152400" y="-170766"/>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38"/>
          <p:cNvPicPr preferRelativeResize="0"/>
          <p:nvPr/>
        </p:nvPicPr>
        <p:blipFill rotWithShape="1">
          <a:blip r:embed="rId1"/>
          <a:srcRect/>
          <a:stretch>
            <a:fillRect/>
          </a:stretch>
        </p:blipFill>
        <p:spPr>
          <a:xfrm>
            <a:off x="3062108" y="1080986"/>
            <a:ext cx="2919979" cy="2951603"/>
          </a:xfrm>
          <a:prstGeom prst="rect">
            <a:avLst/>
          </a:prstGeom>
          <a:noFill/>
          <a:ln>
            <a:noFill/>
          </a:ln>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8043</Words>
  <Application>WPS Presentation</Application>
  <PresentationFormat>On-screen Show (16:9)</PresentationFormat>
  <Paragraphs>227</Paragraphs>
  <Slides>18</Slides>
  <Notes>13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18</vt:i4>
      </vt:variant>
    </vt:vector>
  </HeadingPairs>
  <TitlesOfParts>
    <vt:vector size="31" baseType="lpstr">
      <vt:lpstr>Arial</vt:lpstr>
      <vt:lpstr>SimSun</vt:lpstr>
      <vt:lpstr>Wingdings</vt:lpstr>
      <vt:lpstr>Arial</vt:lpstr>
      <vt:lpstr>Verdana</vt:lpstr>
      <vt:lpstr>Bookman Old Style</vt:lpstr>
      <vt:lpstr>Cambria</vt:lpstr>
      <vt:lpstr>Noto Sans Symbols</vt:lpstr>
      <vt:lpstr>Verdana</vt:lpstr>
      <vt:lpstr>Microsoft YaHei</vt:lpstr>
      <vt:lpstr>Arial Unicode MS</vt:lpstr>
      <vt:lpstr>Segoe Print</vt:lpstr>
      <vt:lpstr>Bioinformatics</vt:lpstr>
      <vt:lpstr>AI-based drop-out prediction and counseling system</vt:lpstr>
      <vt:lpstr>Problem Statement Number: SIH25102 </vt:lpstr>
      <vt:lpstr>Content</vt:lpstr>
      <vt:lpstr>Content (continuation)..</vt:lpstr>
      <vt:lpstr>PowerPoint 演示文稿</vt:lpstr>
      <vt:lpstr>PowerPoint 演示文稿</vt:lpstr>
      <vt:lpstr>Analysis of Problem Statement</vt:lpstr>
      <vt:lpstr>Existing Methods and drawbacks</vt:lpstr>
      <vt:lpstr>Proposed Methods &amp; Feasibility Study</vt:lpstr>
      <vt:lpstr>System flow Architechture</vt:lpstr>
      <vt:lpstr>Analysis of Problem Statement</vt:lpstr>
      <vt:lpstr>PowerPoint 演示文稿</vt:lpstr>
      <vt:lpstr>Github Link</vt:lpstr>
      <vt:lpstr>Analysis of Problem Statement (contd...)</vt:lpstr>
      <vt:lpstr>Analysis of Problem Statement (contd...)</vt:lpstr>
      <vt:lpstr>Timeline of the Project (Gantt Chart)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Likhitha Kadavakolla</cp:lastModifiedBy>
  <cp:revision>4</cp:revision>
  <dcterms:created xsi:type="dcterms:W3CDTF">2026-01-11T12:44:00Z</dcterms:created>
  <dcterms:modified xsi:type="dcterms:W3CDTF">2026-04-23T10:16:06Z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2A658213977E479EAB4BD4A7B292567F_13</vt:lpwstr>
  </property>
  <property fmtid="{D5CDD505-2E9C-101B-9397-08002B2CF9AE}" pid="3" name="KSOProductBuildVer">
    <vt:lpwstr>1033-12.1.0.25830</vt:lpwstr>
  </property>
</Properties>
</file>